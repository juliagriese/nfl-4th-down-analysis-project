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6" r:id="rId4"/>
  </p:sldMasterIdLst>
  <p:notesMasterIdLst>
    <p:notesMasterId r:id="rId13"/>
  </p:notesMasterIdLst>
  <p:handoutMasterIdLst>
    <p:handoutMasterId r:id="rId14"/>
  </p:handoutMasterIdLst>
  <p:sldIdLst>
    <p:sldId id="1497" r:id="rId5"/>
    <p:sldId id="1517" r:id="rId6"/>
    <p:sldId id="1518" r:id="rId7"/>
    <p:sldId id="1519" r:id="rId8"/>
    <p:sldId id="1521" r:id="rId9"/>
    <p:sldId id="1520" r:id="rId10"/>
    <p:sldId id="1522" r:id="rId11"/>
    <p:sldId id="152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079" autoAdjust="0"/>
  </p:normalViewPr>
  <p:slideViewPr>
    <p:cSldViewPr snapToGrid="0">
      <p:cViewPr varScale="1">
        <p:scale>
          <a:sx n="74" d="100"/>
          <a:sy n="74" d="100"/>
        </p:scale>
        <p:origin x="1042" y="72"/>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4/20/2026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4/20/2026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142452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070E8-4E01-9FC0-CCBC-AF7758CC1D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17B752-BF54-3837-4E16-375EC68648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9C7871-0F46-62E7-7B68-4150BD7B40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2EEA4F-5890-435E-E8EE-BA660C9F7041}"/>
              </a:ext>
            </a:extLst>
          </p:cNvPr>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13721030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6B4FD-A2C7-19A6-35C5-E8B0FF7C27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5590BB-FFEF-3CC7-84B3-C62281B532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25A862-8A4E-5331-6949-21AE774E13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239C34-79DB-EDA1-E9F3-3BBB94281E92}"/>
              </a:ext>
            </a:extLst>
          </p:cNvPr>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39048403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8F54E-CBC4-D431-63A9-3D01FB9B3F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B7DC0E-5784-627F-0B9B-93925DF7E1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6616D8-68F5-6AE2-1F49-29D0F7F1EC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8C1D5F-76E8-6CE8-4378-458BB487C500}"/>
              </a:ext>
            </a:extLst>
          </p:cNvPr>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40290660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anchor="b">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12191999" cy="4986425"/>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a:lstStyle/>
          <a:p>
            <a:r>
              <a:rPr lang="en-US"/>
              <a:t>Click icon to add picture</a:t>
            </a:r>
            <a:endParaRPr lang="en-US" dirty="0"/>
          </a:p>
        </p:txBody>
      </p:sp>
      <p:sp>
        <p:nvSpPr>
          <p:cNvPr id="4" name="Date Placeholder 2">
            <a:extLst>
              <a:ext uri="{FF2B5EF4-FFF2-40B4-BE49-F238E27FC236}">
                <a16:creationId xmlns:a16="http://schemas.microsoft.com/office/drawing/2014/main" id="{0FC0FA77-D157-35E3-0B4D-11C0F67E63F3}"/>
              </a:ext>
            </a:extLst>
          </p:cNvPr>
          <p:cNvSpPr>
            <a:spLocks noGrp="1"/>
          </p:cNvSpPr>
          <p:nvPr>
            <p:ph type="dt" sz="half" idx="10"/>
          </p:nvPr>
        </p:nvSpPr>
        <p:spPr>
          <a:xfrm>
            <a:off x="347132" y="6529916"/>
            <a:ext cx="3284341" cy="328084"/>
          </a:xfrm>
        </p:spPr>
        <p:txBody>
          <a:bodyPr/>
          <a:lstStyle/>
          <a:p>
            <a:fld id="{175A1B29-DFBD-4673-8328-3ED6619AAB50}" type="datetime1">
              <a:rPr lang="en-US" smtClean="0"/>
              <a:t>4/20/2026</a:t>
            </a:fld>
            <a:endParaRPr lang="en-US" dirty="0"/>
          </a:p>
        </p:txBody>
      </p:sp>
      <p:sp>
        <p:nvSpPr>
          <p:cNvPr id="5" name="Footer Placeholder 3">
            <a:extLst>
              <a:ext uri="{FF2B5EF4-FFF2-40B4-BE49-F238E27FC236}">
                <a16:creationId xmlns:a16="http://schemas.microsoft.com/office/drawing/2014/main" id="{9D55EDDF-CA01-E393-D8E9-0618A68B21A8}"/>
              </a:ext>
            </a:extLst>
          </p:cNvPr>
          <p:cNvSpPr>
            <a:spLocks noGrp="1"/>
          </p:cNvSpPr>
          <p:nvPr>
            <p:ph type="ftr" sz="quarter" idx="11"/>
          </p:nvPr>
        </p:nvSpPr>
        <p:spPr>
          <a:xfrm>
            <a:off x="8660019" y="6529916"/>
            <a:ext cx="2805405" cy="328084"/>
          </a:xfrm>
        </p:spPr>
        <p:txBody>
          <a:bodyPr/>
          <a:lstStyle/>
          <a:p>
            <a:r>
              <a:rPr lang="en-US" dirty="0"/>
              <a:t>Sample Footer Text</a:t>
            </a:r>
          </a:p>
        </p:txBody>
      </p:sp>
      <p:sp>
        <p:nvSpPr>
          <p:cNvPr id="6" name="Slide Number Placeholder 4">
            <a:extLst>
              <a:ext uri="{FF2B5EF4-FFF2-40B4-BE49-F238E27FC236}">
                <a16:creationId xmlns:a16="http://schemas.microsoft.com/office/drawing/2014/main" id="{AFD1BB6C-22F1-3135-9434-A294C25CC3D5}"/>
              </a:ext>
            </a:extLst>
          </p:cNvPr>
          <p:cNvSpPr>
            <a:spLocks noGrp="1"/>
          </p:cNvSpPr>
          <p:nvPr>
            <p:ph type="sldNum" sz="quarter" idx="12"/>
          </p:nvPr>
        </p:nvSpPr>
        <p:spPr>
          <a:xfrm>
            <a:off x="11415660" y="6529916"/>
            <a:ext cx="429207" cy="328084"/>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3935224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64B1540E-CB71-48F2-BE70-F5CE056CFE1B}" type="datetime1">
              <a:rPr lang="en-US" smtClean="0"/>
              <a:t>4/20/2026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8" name="Rectangle: Rounded Corners 7">
            <a:extLst>
              <a:ext uri="{FF2B5EF4-FFF2-40B4-BE49-F238E27FC236}">
                <a16:creationId xmlns:a16="http://schemas.microsoft.com/office/drawing/2014/main" id="{B05D4B22-4D6B-3463-9517-CEFA7D2A6E7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01774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03850" y="907302"/>
            <a:ext cx="4222117" cy="3697488"/>
          </a:xfrm>
        </p:spPr>
        <p:txBody>
          <a:bodyPr anchor="b">
            <a:normAutofit/>
          </a:bodyPr>
          <a:lstStyle>
            <a:lvl1pPr algn="l">
              <a:defRPr sz="5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03850" y="4731335"/>
            <a:ext cx="4222117" cy="1219362"/>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Picture Placeholder 9">
            <a:extLst>
              <a:ext uri="{FF2B5EF4-FFF2-40B4-BE49-F238E27FC236}">
                <a16:creationId xmlns:a16="http://schemas.microsoft.com/office/drawing/2014/main" id="{3E190545-F7D8-0D1C-1BCC-C670CFFE0C60}"/>
              </a:ext>
            </a:extLst>
          </p:cNvPr>
          <p:cNvSpPr>
            <a:spLocks noGrp="1"/>
          </p:cNvSpPr>
          <p:nvPr>
            <p:ph type="pic" sz="quarter" idx="14"/>
          </p:nvPr>
        </p:nvSpPr>
        <p:spPr>
          <a:xfrm>
            <a:off x="358140" y="333756"/>
            <a:ext cx="6226810" cy="6190488"/>
          </a:xfrm>
          <a:custGeom>
            <a:avLst/>
            <a:gdLst>
              <a:gd name="connsiteX0" fmla="*/ 186643 w 6226810"/>
              <a:gd name="connsiteY0" fmla="*/ 0 h 6190488"/>
              <a:gd name="connsiteX1" fmla="*/ 6226810 w 6226810"/>
              <a:gd name="connsiteY1" fmla="*/ 0 h 6190488"/>
              <a:gd name="connsiteX2" fmla="*/ 6226810 w 6226810"/>
              <a:gd name="connsiteY2" fmla="*/ 6190488 h 6190488"/>
              <a:gd name="connsiteX3" fmla="*/ 186643 w 6226810"/>
              <a:gd name="connsiteY3" fmla="*/ 6190488 h 6190488"/>
              <a:gd name="connsiteX4" fmla="*/ 0 w 6226810"/>
              <a:gd name="connsiteY4" fmla="*/ 6003845 h 6190488"/>
              <a:gd name="connsiteX5" fmla="*/ 0 w 6226810"/>
              <a:gd name="connsiteY5" fmla="*/ 186643 h 6190488"/>
              <a:gd name="connsiteX6" fmla="*/ 186643 w 6226810"/>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26810" h="6190488">
                <a:moveTo>
                  <a:pt x="186643" y="0"/>
                </a:moveTo>
                <a:lnTo>
                  <a:pt x="6226810" y="0"/>
                </a:lnTo>
                <a:lnTo>
                  <a:pt x="6226810" y="6190488"/>
                </a:lnTo>
                <a:lnTo>
                  <a:pt x="186643" y="6190488"/>
                </a:lnTo>
                <a:cubicBezTo>
                  <a:pt x="83563" y="6190488"/>
                  <a:pt x="0" y="6106925"/>
                  <a:pt x="0" y="6003845"/>
                </a:cubicBezTo>
                <a:lnTo>
                  <a:pt x="0" y="186643"/>
                </a:lnTo>
                <a:cubicBezTo>
                  <a:pt x="0" y="83563"/>
                  <a:pt x="83563" y="0"/>
                  <a:pt x="186643" y="0"/>
                </a:cubicBez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529916"/>
            <a:ext cx="1707625" cy="328084"/>
          </a:xfrm>
          <a:prstGeom prst="rect">
            <a:avLst/>
          </a:prstGeom>
        </p:spPr>
        <p:txBody>
          <a:bodyPr/>
          <a:lstStyle>
            <a:lvl1pPr>
              <a:defRPr>
                <a:solidFill>
                  <a:schemeClr val="tx1"/>
                </a:solidFill>
                <a:effectLst/>
              </a:defRPr>
            </a:lvl1pPr>
          </a:lstStyle>
          <a:p>
            <a:fld id="{254E9985-91B3-42C8-B8D8-B565E04A5E57}" type="datetime1">
              <a:rPr lang="en-US" smtClean="0"/>
              <a:t>4/20/2026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7" name="Rectangle: Rounded Corners 6">
            <a:extLst>
              <a:ext uri="{FF2B5EF4-FFF2-40B4-BE49-F238E27FC236}">
                <a16:creationId xmlns:a16="http://schemas.microsoft.com/office/drawing/2014/main" id="{E5DF5215-34B8-BE6B-A816-58B2F37B1D5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697168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59537" y="905256"/>
            <a:ext cx="4206240" cy="3739896"/>
          </a:xfrm>
        </p:spPr>
        <p:txBody>
          <a:bodyPr anchor="t">
            <a:normAutofit/>
          </a:bodyPr>
          <a:lstStyle>
            <a:lvl1pPr algn="l">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59536" y="4873752"/>
            <a:ext cx="4206240" cy="138074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Picture Placeholder 5">
            <a:extLst>
              <a:ext uri="{FF2B5EF4-FFF2-40B4-BE49-F238E27FC236}">
                <a16:creationId xmlns:a16="http://schemas.microsoft.com/office/drawing/2014/main" id="{C77B7186-FB14-CA62-FE96-5476125CC1B8}"/>
              </a:ext>
            </a:extLst>
          </p:cNvPr>
          <p:cNvSpPr>
            <a:spLocks noGrp="1"/>
          </p:cNvSpPr>
          <p:nvPr>
            <p:ph type="pic" sz="quarter" idx="13"/>
          </p:nvPr>
        </p:nvSpPr>
        <p:spPr>
          <a:xfrm>
            <a:off x="5596128" y="333756"/>
            <a:ext cx="6237732" cy="6190488"/>
          </a:xfrm>
          <a:custGeom>
            <a:avLst/>
            <a:gdLst>
              <a:gd name="connsiteX0" fmla="*/ 0 w 6237732"/>
              <a:gd name="connsiteY0" fmla="*/ 0 h 6190488"/>
              <a:gd name="connsiteX1" fmla="*/ 6051089 w 6237732"/>
              <a:gd name="connsiteY1" fmla="*/ 0 h 6190488"/>
              <a:gd name="connsiteX2" fmla="*/ 6237732 w 6237732"/>
              <a:gd name="connsiteY2" fmla="*/ 186643 h 6190488"/>
              <a:gd name="connsiteX3" fmla="*/ 6237732 w 6237732"/>
              <a:gd name="connsiteY3" fmla="*/ 6003845 h 6190488"/>
              <a:gd name="connsiteX4" fmla="*/ 6051089 w 6237732"/>
              <a:gd name="connsiteY4" fmla="*/ 6190488 h 6190488"/>
              <a:gd name="connsiteX5" fmla="*/ 0 w 6237732"/>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37732" h="6190488">
                <a:moveTo>
                  <a:pt x="0" y="0"/>
                </a:moveTo>
                <a:lnTo>
                  <a:pt x="6051089" y="0"/>
                </a:lnTo>
                <a:cubicBezTo>
                  <a:pt x="6154169" y="0"/>
                  <a:pt x="6237732" y="83563"/>
                  <a:pt x="6237732" y="186643"/>
                </a:cubicBezTo>
                <a:lnTo>
                  <a:pt x="6237732" y="6003845"/>
                </a:lnTo>
                <a:cubicBezTo>
                  <a:pt x="6237732" y="6106925"/>
                  <a:pt x="6154169" y="6190488"/>
                  <a:pt x="6051089" y="6190488"/>
                </a:cubicBezTo>
                <a:lnTo>
                  <a:pt x="0" y="6190488"/>
                </a:ln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347133" y="6529916"/>
            <a:ext cx="1951777" cy="328084"/>
          </a:xfrm>
          <a:prstGeom prst="rect">
            <a:avLst/>
          </a:prstGeom>
        </p:spPr>
        <p:txBody>
          <a:bodyPr/>
          <a:lstStyle/>
          <a:p>
            <a:fld id="{B4AA5E08-0B46-4D4C-9A1D-1895CC169C50}" type="datetime1">
              <a:rPr lang="en-US" smtClean="0"/>
              <a:t>4/20/2026</a:t>
            </a:fld>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880928" y="6529916"/>
            <a:ext cx="2805405" cy="328084"/>
          </a:xfrm>
          <a:prstGeom prst="rect">
            <a:avLst/>
          </a:prstGeom>
        </p:spPr>
        <p:txBody>
          <a:bodyPr/>
          <a:lstStyle/>
          <a:p>
            <a:r>
              <a:rPr lang="en-US" dirty="0"/>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636569" y="6529916"/>
            <a:ext cx="429207" cy="328084"/>
          </a:xfrm>
          <a:prstGeom prst="rect">
            <a:avLst/>
          </a:prstGeom>
        </p:spPr>
        <p:txBody>
          <a:bodyPr/>
          <a:lstStyle/>
          <a:p>
            <a:fld id="{CC057153-B650-4DEB-B370-79DDCFDCE934}" type="slidenum">
              <a:rPr lang="en-US" smtClean="0"/>
              <a:t>‹#›</a:t>
            </a:fld>
            <a:endParaRPr lang="en-US" dirty="0"/>
          </a:p>
        </p:txBody>
      </p:sp>
      <p:sp>
        <p:nvSpPr>
          <p:cNvPr id="5" name="Rectangle: Rounded Corners 4">
            <a:extLst>
              <a:ext uri="{FF2B5EF4-FFF2-40B4-BE49-F238E27FC236}">
                <a16:creationId xmlns:a16="http://schemas.microsoft.com/office/drawing/2014/main" id="{27AE6C76-D3EE-C74F-F49E-97F6141F5D1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860663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703F4AEB-E597-882F-3A69-A923B8DED423}"/>
              </a:ext>
            </a:extLst>
          </p:cNvPr>
          <p:cNvPicPr>
            <a:picLocks noChangeAspect="1"/>
          </p:cNvPicPr>
          <p:nvPr/>
        </p:nvPicPr>
        <p:blipFill>
          <a:blip r:embed="rId2">
            <a:extLst>
              <a:ext uri="{28A0092B-C50C-407E-A947-70E740481C1C}">
                <a14:useLocalDpi xmlns:a14="http://schemas.microsoft.com/office/drawing/2010/main" val="0"/>
              </a:ext>
            </a:extLst>
          </a:blip>
          <a:srcRect t="11857"/>
          <a:stretch/>
        </p:blipFill>
        <p:spPr>
          <a:xfrm>
            <a:off x="398705" y="0"/>
            <a:ext cx="5697291" cy="502177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anchor="b">
            <a:normAutofit/>
          </a:bodyPr>
          <a:lstStyle>
            <a:lvl1pPr algn="l">
              <a:defRPr sz="7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79017" y="4349578"/>
            <a:ext cx="6821182" cy="1384726"/>
          </a:xfrm>
        </p:spPr>
        <p:txBody>
          <a:bodyPr anchor="b">
            <a:normAutofit/>
          </a:bodyPr>
          <a:lstStyle>
            <a:lvl1pPr marL="0" indent="0" algn="l">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804512D9-A095-4355-9551-356CB2C0D09E}" type="datetime1">
              <a:rPr lang="en-US" smtClean="0"/>
              <a:t>4/20/2026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1" name="Straight Connector 10">
            <a:extLst>
              <a:ext uri="{FF2B5EF4-FFF2-40B4-BE49-F238E27FC236}">
                <a16:creationId xmlns:a16="http://schemas.microsoft.com/office/drawing/2014/main" id="{CC5621C6-56CB-3166-B017-50A927415F64}"/>
              </a:ext>
            </a:extLst>
          </p:cNvPr>
          <p:cNvCxnSpPr>
            <a:cxnSpLocks/>
          </p:cNvCxnSpPr>
          <p:nvPr/>
        </p:nvCxnSpPr>
        <p:spPr>
          <a:xfrm>
            <a:off x="637839" y="4236969"/>
            <a:ext cx="0" cy="1384725"/>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39727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02AE2374-EA36-E826-C9F3-73CD3978F48E}"/>
              </a:ext>
            </a:extLst>
          </p:cNvPr>
          <p:cNvPicPr>
            <a:picLocks noChangeAspect="1"/>
          </p:cNvPicPr>
          <p:nvPr/>
        </p:nvPicPr>
        <p:blipFill>
          <a:blip r:embed="rId2">
            <a:extLst>
              <a:ext uri="{28A0092B-C50C-407E-A947-70E740481C1C}">
                <a14:useLocalDpi xmlns:a14="http://schemas.microsoft.com/office/drawing/2010/main" val="0"/>
              </a:ext>
            </a:extLst>
          </a:blip>
          <a:srcRect r="6568" b="47295"/>
          <a:stretch/>
        </p:blipFill>
        <p:spPr>
          <a:xfrm>
            <a:off x="3701142" y="2068286"/>
            <a:ext cx="8490855" cy="478971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anchor="b">
            <a:normAutofit/>
          </a:bodyPr>
          <a:lstStyle>
            <a:lvl1pPr algn="l">
              <a:defRPr sz="7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80323" y="4617138"/>
            <a:ext cx="6853511" cy="101498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AED07DE6-50D5-4B21-9405-DD62C0D4DC65}" type="datetime1">
              <a:rPr lang="en-US" smtClean="0"/>
              <a:t>4/20/2026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0" name="Straight Connector 9">
            <a:extLst>
              <a:ext uri="{FF2B5EF4-FFF2-40B4-BE49-F238E27FC236}">
                <a16:creationId xmlns:a16="http://schemas.microsoft.com/office/drawing/2014/main" id="{6E2B0C21-F380-74EA-96A8-0858FD0075A4}"/>
              </a:ext>
            </a:extLst>
          </p:cNvPr>
          <p:cNvCxnSpPr>
            <a:cxnSpLocks/>
          </p:cNvCxnSpPr>
          <p:nvPr/>
        </p:nvCxnSpPr>
        <p:spPr>
          <a:xfrm>
            <a:off x="755780" y="4492300"/>
            <a:ext cx="0" cy="1129394"/>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621242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6717639-19C5-F877-6AAE-FF488C79363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572615" y="905615"/>
            <a:ext cx="5046770" cy="504677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53888" y="1427162"/>
            <a:ext cx="9484224" cy="2621154"/>
          </a:xfrm>
        </p:spPr>
        <p:txBody>
          <a:bodyPr anchor="b">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14850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C8E66873-82AB-4D6B-96C7-8222581A9F4D}" type="datetime1">
              <a:rPr lang="en-US" smtClean="0"/>
              <a:t>4/20/2026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6753642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4">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7D4B28D-BD47-8092-F202-DCD18D1BAEA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14425" y="1198517"/>
            <a:ext cx="4438650" cy="4438650"/>
          </a:xfrm>
          <a:prstGeom prst="rect">
            <a:avLst/>
          </a:prstGeom>
        </p:spPr>
      </p:pic>
      <p:sp>
        <p:nvSpPr>
          <p:cNvPr id="2" name="Title 1">
            <a:extLst>
              <a:ext uri="{FF2B5EF4-FFF2-40B4-BE49-F238E27FC236}">
                <a16:creationId xmlns:a16="http://schemas.microsoft.com/office/drawing/2014/main" id="{6DD4D61D-AA1D-D414-2D63-F3B4B0760D17}"/>
              </a:ext>
            </a:extLst>
          </p:cNvPr>
          <p:cNvSpPr>
            <a:spLocks noGrp="1"/>
          </p:cNvSpPr>
          <p:nvPr>
            <p:ph type="title"/>
          </p:nvPr>
        </p:nvSpPr>
        <p:spPr>
          <a:xfrm>
            <a:off x="1930708" y="2801929"/>
            <a:ext cx="8686801" cy="2565902"/>
          </a:xfrm>
        </p:spPr>
        <p:txBody>
          <a:bodyPr anchor="b">
            <a:normAutofit/>
          </a:bodyPr>
          <a:lstStyle>
            <a:lvl1pPr>
              <a:lnSpc>
                <a:spcPct val="80000"/>
              </a:lnSpc>
              <a:defRPr sz="6600">
                <a:latin typeface="+mj-lt"/>
              </a:defRPr>
            </a:lvl1pPr>
          </a:lstStyle>
          <a:p>
            <a:r>
              <a:rPr lang="en-US"/>
              <a:t>Click to edit Master title style</a:t>
            </a:r>
            <a:endParaRPr lang="en-US" dirty="0"/>
          </a:p>
        </p:txBody>
      </p:sp>
      <p:sp>
        <p:nvSpPr>
          <p:cNvPr id="9" name="Text Placeholder 8">
            <a:extLst>
              <a:ext uri="{FF2B5EF4-FFF2-40B4-BE49-F238E27FC236}">
                <a16:creationId xmlns:a16="http://schemas.microsoft.com/office/drawing/2014/main" id="{D1B0EE02-7A0B-46A0-5F6E-CFBC94BDF56D}"/>
              </a:ext>
            </a:extLst>
          </p:cNvPr>
          <p:cNvSpPr>
            <a:spLocks noGrp="1"/>
          </p:cNvSpPr>
          <p:nvPr>
            <p:ph type="body" sz="quarter" idx="13"/>
          </p:nvPr>
        </p:nvSpPr>
        <p:spPr>
          <a:xfrm>
            <a:off x="1346090" y="1726269"/>
            <a:ext cx="3024899" cy="547908"/>
          </a:xfrm>
        </p:spPr>
        <p:txBody>
          <a:bodyPr>
            <a:no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3667AE0A-CAE3-D199-2942-E05831D340A1}"/>
              </a:ext>
            </a:extLst>
          </p:cNvPr>
          <p:cNvSpPr>
            <a:spLocks noGrp="1"/>
          </p:cNvSpPr>
          <p:nvPr>
            <p:ph type="dt" sz="half" idx="10"/>
          </p:nvPr>
        </p:nvSpPr>
        <p:spPr>
          <a:xfrm>
            <a:off x="347132" y="6529916"/>
            <a:ext cx="3284341" cy="328084"/>
          </a:xfrm>
          <a:prstGeom prst="rect">
            <a:avLst/>
          </a:prstGeom>
        </p:spPr>
        <p:txBody>
          <a:bodyPr/>
          <a:lstStyle/>
          <a:p>
            <a:fld id="{BE4564F8-E916-4EFF-887D-D1E1BBF6454B}" type="datetime1">
              <a:rPr lang="en-US" smtClean="0"/>
              <a:t>4/20/2026</a:t>
            </a:fld>
            <a:endParaRPr lang="en-US" dirty="0"/>
          </a:p>
        </p:txBody>
      </p:sp>
      <p:sp>
        <p:nvSpPr>
          <p:cNvPr id="4" name="Footer Placeholder 3">
            <a:extLst>
              <a:ext uri="{FF2B5EF4-FFF2-40B4-BE49-F238E27FC236}">
                <a16:creationId xmlns:a16="http://schemas.microsoft.com/office/drawing/2014/main" id="{BFDFBF0A-E355-74AD-4A6E-8FD2BD7A6CA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D971D965-1C87-6430-A8A7-B6EB43D86FC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1" name="Straight Connector 10">
            <a:extLst>
              <a:ext uri="{FF2B5EF4-FFF2-40B4-BE49-F238E27FC236}">
                <a16:creationId xmlns:a16="http://schemas.microsoft.com/office/drawing/2014/main" id="{57236231-7728-F430-19B7-A4956EAFC196}"/>
              </a:ext>
            </a:extLst>
          </p:cNvPr>
          <p:cNvCxnSpPr/>
          <p:nvPr/>
        </p:nvCxnSpPr>
        <p:spPr>
          <a:xfrm>
            <a:off x="1450428" y="2522483"/>
            <a:ext cx="0" cy="26249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2876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1"/>
        </a:solidFill>
        <a:effectLst/>
      </p:bgPr>
    </p:bg>
    <p:spTree>
      <p:nvGrpSpPr>
        <p:cNvPr id="1" name=""/>
        <p:cNvGrpSpPr/>
        <p:nvPr/>
      </p:nvGrpSpPr>
      <p:grpSpPr>
        <a:xfrm>
          <a:off x="0" y="0"/>
          <a:ext cx="0" cy="0"/>
          <a:chOff x="0" y="0"/>
          <a:chExt cx="0" cy="0"/>
        </a:xfrm>
      </p:grpSpPr>
      <p:pic>
        <p:nvPicPr>
          <p:cNvPr id="3" name="Picture 2" descr="A purple circle with black background&#10;&#10;AI-generated content may be incorrect.">
            <a:extLst>
              <a:ext uri="{FF2B5EF4-FFF2-40B4-BE49-F238E27FC236}">
                <a16:creationId xmlns:a16="http://schemas.microsoft.com/office/drawing/2014/main" id="{9ECA965F-086A-7B72-BC9F-EA4CF32BCAAD}"/>
              </a:ext>
            </a:extLst>
          </p:cNvPr>
          <p:cNvPicPr>
            <a:picLocks noChangeAspect="1"/>
          </p:cNvPicPr>
          <p:nvPr/>
        </p:nvPicPr>
        <p:blipFill>
          <a:blip r:embed="rId2">
            <a:extLst>
              <a:ext uri="{28A0092B-C50C-407E-A947-70E740481C1C}">
                <a14:useLocalDpi xmlns:a14="http://schemas.microsoft.com/office/drawing/2010/main" val="0"/>
              </a:ext>
            </a:extLst>
          </a:blip>
          <a:srcRect b="11502"/>
          <a:stretch/>
        </p:blipFill>
        <p:spPr>
          <a:xfrm>
            <a:off x="421566" y="1836225"/>
            <a:ext cx="5674434" cy="502177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50428" y="990601"/>
            <a:ext cx="9145991" cy="3630384"/>
          </a:xfrm>
        </p:spPr>
        <p:txBody>
          <a:bodyPr anchor="b">
            <a:noAutofit/>
          </a:bodyPr>
          <a:lstStyle>
            <a:lvl1pPr algn="l">
              <a:defRPr sz="6500">
                <a:solidFill>
                  <a:schemeClr val="bg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lvl1pPr>
              <a:defRPr>
                <a:solidFill>
                  <a:schemeClr val="bg1"/>
                </a:solidFill>
              </a:defRPr>
            </a:lvl1pPr>
          </a:lstStyle>
          <a:p>
            <a:fld id="{BD69ADDC-FB37-4BD0-807F-2EC90205924B}" type="datetime1">
              <a:rPr lang="en-US" smtClean="0"/>
              <a:pPr/>
              <a:t>4/20/2026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38698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pic>
        <p:nvPicPr>
          <p:cNvPr id="2" name="Picture 1" descr="A purple circle with black background&#10;&#10;AI-generated content may be incorrect.">
            <a:extLst>
              <a:ext uri="{FF2B5EF4-FFF2-40B4-BE49-F238E27FC236}">
                <a16:creationId xmlns:a16="http://schemas.microsoft.com/office/drawing/2014/main" id="{0B3EB36B-144D-A648-1BD5-DBEDDC79D093}"/>
              </a:ext>
            </a:extLst>
          </p:cNvPr>
          <p:cNvPicPr>
            <a:picLocks noChangeAspect="1"/>
          </p:cNvPicPr>
          <p:nvPr/>
        </p:nvPicPr>
        <p:blipFill>
          <a:blip r:embed="rId2">
            <a:extLst>
              <a:ext uri="{28A0092B-C50C-407E-A947-70E740481C1C}">
                <a14:useLocalDpi xmlns:a14="http://schemas.microsoft.com/office/drawing/2010/main" val="0"/>
              </a:ext>
            </a:extLst>
          </a:blip>
          <a:srcRect l="12178" b="16685"/>
          <a:stretch/>
        </p:blipFill>
        <p:spPr>
          <a:xfrm>
            <a:off x="0" y="2754087"/>
            <a:ext cx="4325917" cy="4103914"/>
          </a:xfrm>
          <a:prstGeom prst="rect">
            <a:avLst/>
          </a:prstGeom>
        </p:spPr>
      </p:pic>
      <p:sp>
        <p:nvSpPr>
          <p:cNvPr id="11" name="Title 1">
            <a:extLst>
              <a:ext uri="{FF2B5EF4-FFF2-40B4-BE49-F238E27FC236}">
                <a16:creationId xmlns:a16="http://schemas.microsoft.com/office/drawing/2014/main" id="{D2BD543F-D939-A8C7-FAFA-B555B276DBD7}"/>
              </a:ext>
            </a:extLst>
          </p:cNvPr>
          <p:cNvSpPr>
            <a:spLocks noGrp="1"/>
          </p:cNvSpPr>
          <p:nvPr>
            <p:ph type="ctrTitle"/>
          </p:nvPr>
        </p:nvSpPr>
        <p:spPr>
          <a:xfrm>
            <a:off x="1450428" y="990601"/>
            <a:ext cx="9145991" cy="3630384"/>
          </a:xfrm>
        </p:spPr>
        <p:txBody>
          <a:bodyPr anchor="b">
            <a:noAutofit/>
          </a:bodyPr>
          <a:lstStyle>
            <a:lvl1pPr algn="l">
              <a:defRPr sz="6500">
                <a:solidFill>
                  <a:schemeClr val="tx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D6DBE5D1-8623-4EBC-BE64-F118A957A6D2}" type="datetime1">
              <a:rPr lang="en-US" smtClean="0"/>
              <a:t>4/20/2026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471263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purple circle with black background&#10;&#10;AI-generated content may be incorrect.">
            <a:extLst>
              <a:ext uri="{FF2B5EF4-FFF2-40B4-BE49-F238E27FC236}">
                <a16:creationId xmlns:a16="http://schemas.microsoft.com/office/drawing/2014/main" id="{B90D1FE6-C620-8AEA-8E16-817F8F3005D7}"/>
              </a:ext>
            </a:extLst>
          </p:cNvPr>
          <p:cNvPicPr>
            <a:picLocks noChangeAspect="1"/>
          </p:cNvPicPr>
          <p:nvPr/>
        </p:nvPicPr>
        <p:blipFill>
          <a:blip r:embed="rId2">
            <a:extLst>
              <a:ext uri="{28A0092B-C50C-407E-A947-70E740481C1C}">
                <a14:useLocalDpi xmlns:a14="http://schemas.microsoft.com/office/drawing/2010/main" val="0"/>
              </a:ext>
            </a:extLst>
          </a:blip>
          <a:srcRect r="14905" b="19272"/>
          <a:stretch/>
        </p:blipFill>
        <p:spPr>
          <a:xfrm>
            <a:off x="7866083" y="2754085"/>
            <a:ext cx="4325917" cy="4103915"/>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anchor="b">
            <a:normAutofit/>
          </a:bodyPr>
          <a:lstStyle>
            <a:lvl1pPr>
              <a:defRPr sz="44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347132" y="6529916"/>
            <a:ext cx="3284341" cy="328084"/>
          </a:xfrm>
          <a:prstGeom prst="rect">
            <a:avLst/>
          </a:prstGeom>
        </p:spPr>
        <p:txBody>
          <a:bodyPr/>
          <a:lstStyle/>
          <a:p>
            <a:fld id="{B75827B4-FD33-43BF-9F9D-5FEB6B504CD5}" type="datetime1">
              <a:rPr lang="en-US" smtClean="0"/>
              <a:t>4/20/2026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181926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614901" y="907302"/>
            <a:ext cx="4700219" cy="1808466"/>
          </a:xfrm>
        </p:spPr>
        <p:txBody>
          <a:bodyPr anchor="b">
            <a:normAutofit/>
          </a:bodyPr>
          <a:lstStyle>
            <a:lvl1pPr>
              <a:defRPr sz="40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176C507B-B242-4119-B1FF-3014636CAB61}"/>
              </a:ext>
            </a:extLst>
          </p:cNvPr>
          <p:cNvSpPr>
            <a:spLocks noGrp="1"/>
          </p:cNvSpPr>
          <p:nvPr>
            <p:ph type="pic" sz="quarter" idx="14"/>
          </p:nvPr>
        </p:nvSpPr>
        <p:spPr>
          <a:xfrm>
            <a:off x="358140" y="333756"/>
            <a:ext cx="5740908" cy="6190488"/>
          </a:xfrm>
          <a:custGeom>
            <a:avLst/>
            <a:gdLst>
              <a:gd name="connsiteX0" fmla="*/ 186643 w 5740908"/>
              <a:gd name="connsiteY0" fmla="*/ 0 h 6190488"/>
              <a:gd name="connsiteX1" fmla="*/ 5740908 w 5740908"/>
              <a:gd name="connsiteY1" fmla="*/ 0 h 6190488"/>
              <a:gd name="connsiteX2" fmla="*/ 5740908 w 5740908"/>
              <a:gd name="connsiteY2" fmla="*/ 6190488 h 6190488"/>
              <a:gd name="connsiteX3" fmla="*/ 186643 w 5740908"/>
              <a:gd name="connsiteY3" fmla="*/ 6190488 h 6190488"/>
              <a:gd name="connsiteX4" fmla="*/ 0 w 5740908"/>
              <a:gd name="connsiteY4" fmla="*/ 6003845 h 6190488"/>
              <a:gd name="connsiteX5" fmla="*/ 0 w 5740908"/>
              <a:gd name="connsiteY5" fmla="*/ 186643 h 6190488"/>
              <a:gd name="connsiteX6" fmla="*/ 186643 w 5740908"/>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40908" h="6190488">
                <a:moveTo>
                  <a:pt x="186643" y="0"/>
                </a:moveTo>
                <a:lnTo>
                  <a:pt x="5740908" y="0"/>
                </a:lnTo>
                <a:lnTo>
                  <a:pt x="5740908"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614901" y="2825496"/>
            <a:ext cx="4700219" cy="3125201"/>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4">
            <a:extLst>
              <a:ext uri="{FF2B5EF4-FFF2-40B4-BE49-F238E27FC236}">
                <a16:creationId xmlns:a16="http://schemas.microsoft.com/office/drawing/2014/main" id="{168DD83C-D23D-6D82-F95D-3B845F07850D}"/>
              </a:ext>
            </a:extLst>
          </p:cNvPr>
          <p:cNvSpPr>
            <a:spLocks noGrp="1"/>
          </p:cNvSpPr>
          <p:nvPr>
            <p:ph type="dt" sz="half" idx="10"/>
          </p:nvPr>
        </p:nvSpPr>
        <p:spPr>
          <a:xfrm>
            <a:off x="7253745" y="6529914"/>
            <a:ext cx="1622776" cy="328085"/>
          </a:xfrm>
          <a:prstGeom prst="rect">
            <a:avLst/>
          </a:prstGeom>
        </p:spPr>
        <p:txBody>
          <a:bodyPr/>
          <a:lstStyle>
            <a:lvl1pPr>
              <a:defRPr>
                <a:solidFill>
                  <a:schemeClr val="tx1"/>
                </a:solidFill>
                <a:effectLst/>
              </a:defRPr>
            </a:lvl1pPr>
          </a:lstStyle>
          <a:p>
            <a:fld id="{49B3D67F-5079-4349-A370-6203DAA40BB5}" type="datetime1">
              <a:rPr lang="en-US" smtClean="0"/>
              <a:t>4/20/2026</a:t>
            </a:fld>
            <a:endParaRPr lang="en-US" dirty="0"/>
          </a:p>
        </p:txBody>
      </p:sp>
      <p:sp>
        <p:nvSpPr>
          <p:cNvPr id="9" name="Footer Placeholder 5">
            <a:extLst>
              <a:ext uri="{FF2B5EF4-FFF2-40B4-BE49-F238E27FC236}">
                <a16:creationId xmlns:a16="http://schemas.microsoft.com/office/drawing/2014/main" id="{AE25BD38-48AE-AB7F-6C54-5CB0286457FC}"/>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10" name="Slide Number Placeholder 6">
            <a:extLst>
              <a:ext uri="{FF2B5EF4-FFF2-40B4-BE49-F238E27FC236}">
                <a16:creationId xmlns:a16="http://schemas.microsoft.com/office/drawing/2014/main" id="{E6A02DBF-D88B-3129-23EF-1ECA540096B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11" name="Rectangle: Rounded Corners 10">
            <a:extLst>
              <a:ext uri="{FF2B5EF4-FFF2-40B4-BE49-F238E27FC236}">
                <a16:creationId xmlns:a16="http://schemas.microsoft.com/office/drawing/2014/main" id="{F4855E23-77DB-A52C-BC0E-EF3C3F4A95C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057245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3B13B15A-B652-48F5-A365-F1C590938A4C}" type="datetime1">
              <a:rPr lang="en-US" smtClean="0"/>
              <a:t>4/20/2026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23597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1BA0B4E8-F389-4DD5-B3EC-37E88D1AD78F}" type="datetime1">
              <a:rPr lang="en-US" smtClean="0"/>
              <a:t>4/20/2026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913294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A942A636-76C4-4EB1-A2CC-2ABF54421FE3}" type="datetime1">
              <a:rPr lang="en-US" smtClean="0"/>
              <a:t>4/20/2026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978247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95B423A5-C243-487B-A652-39F00748165E}" type="datetime1">
              <a:rPr lang="en-US" smtClean="0"/>
              <a:t>4/20/2026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648265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0430AD89-C002-420D-B2A6-406343AFF059}" type="datetime1">
              <a:rPr lang="en-US" smtClean="0"/>
              <a:t>4/20/2026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265832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60893" y="907303"/>
            <a:ext cx="10465073" cy="1132258"/>
          </a:xfrm>
        </p:spPr>
        <p:txBody>
          <a:bodyPr/>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860893" y="2367643"/>
            <a:ext cx="10465073" cy="35830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4BC6E8D4-25D1-4A44-BB87-23C6E7F03C94}" type="datetime1">
              <a:rPr lang="en-US" smtClean="0"/>
              <a:t>4/20/2026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881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21705" y="927238"/>
            <a:ext cx="6024894" cy="1143000"/>
          </a:xfrm>
        </p:spPr>
        <p:txBody>
          <a:bodyPr anchor="b"/>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C62C8996-C286-B245-2F06-E6E33F9907E0}"/>
              </a:ext>
            </a:extLst>
          </p:cNvPr>
          <p:cNvSpPr>
            <a:spLocks noGrp="1"/>
          </p:cNvSpPr>
          <p:nvPr>
            <p:ph type="pic" sz="quarter" idx="13"/>
          </p:nvPr>
        </p:nvSpPr>
        <p:spPr>
          <a:xfrm>
            <a:off x="358140" y="333756"/>
            <a:ext cx="4435746" cy="6190488"/>
          </a:xfrm>
          <a:custGeom>
            <a:avLst/>
            <a:gdLst>
              <a:gd name="connsiteX0" fmla="*/ 186643 w 4435746"/>
              <a:gd name="connsiteY0" fmla="*/ 0 h 6190488"/>
              <a:gd name="connsiteX1" fmla="*/ 4435746 w 4435746"/>
              <a:gd name="connsiteY1" fmla="*/ 0 h 6190488"/>
              <a:gd name="connsiteX2" fmla="*/ 4435746 w 4435746"/>
              <a:gd name="connsiteY2" fmla="*/ 6190488 h 6190488"/>
              <a:gd name="connsiteX3" fmla="*/ 186643 w 4435746"/>
              <a:gd name="connsiteY3" fmla="*/ 6190488 h 6190488"/>
              <a:gd name="connsiteX4" fmla="*/ 0 w 4435746"/>
              <a:gd name="connsiteY4" fmla="*/ 6003845 h 6190488"/>
              <a:gd name="connsiteX5" fmla="*/ 0 w 4435746"/>
              <a:gd name="connsiteY5" fmla="*/ 186643 h 6190488"/>
              <a:gd name="connsiteX6" fmla="*/ 186643 w 4435746"/>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35746" h="6190488">
                <a:moveTo>
                  <a:pt x="186643" y="0"/>
                </a:moveTo>
                <a:lnTo>
                  <a:pt x="4435746" y="0"/>
                </a:lnTo>
                <a:lnTo>
                  <a:pt x="4435746"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21704" y="2204566"/>
            <a:ext cx="6004263" cy="37660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321704" y="6529914"/>
            <a:ext cx="3554817" cy="328085"/>
          </a:xfrm>
          <a:prstGeom prst="rect">
            <a:avLst/>
          </a:prstGeom>
        </p:spPr>
        <p:txBody>
          <a:bodyPr/>
          <a:lstStyle/>
          <a:p>
            <a:fld id="{78F868A0-EF2B-4F3B-A196-0BED12045750}" type="datetime1">
              <a:rPr lang="en-US" smtClean="0"/>
              <a:t>4/20/2026</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8660019" y="6529916"/>
            <a:ext cx="2805405" cy="328084"/>
          </a:xfrm>
          <a:prstGeom prst="rect">
            <a:avLst/>
          </a:prstGeom>
        </p:spPr>
        <p:txBody>
          <a:bodyPr/>
          <a:lstStyle/>
          <a:p>
            <a:r>
              <a:rPr lang="en-US" dirty="0"/>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99886564-48A7-D356-B519-1753B487C993}"/>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888430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5256"/>
            <a:ext cx="6037236" cy="1143000"/>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59536" y="2202135"/>
            <a:ext cx="6037365" cy="37485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6B0EB951-12A5-039B-D658-D0E726B23825}"/>
              </a:ext>
            </a:extLst>
          </p:cNvPr>
          <p:cNvSpPr>
            <a:spLocks noGrp="1"/>
          </p:cNvSpPr>
          <p:nvPr>
            <p:ph type="pic" sz="quarter" idx="13"/>
          </p:nvPr>
        </p:nvSpPr>
        <p:spPr>
          <a:xfrm>
            <a:off x="7400544" y="333756"/>
            <a:ext cx="4433316" cy="6190488"/>
          </a:xfrm>
          <a:custGeom>
            <a:avLst/>
            <a:gdLst>
              <a:gd name="connsiteX0" fmla="*/ 0 w 4433316"/>
              <a:gd name="connsiteY0" fmla="*/ 0 h 6190488"/>
              <a:gd name="connsiteX1" fmla="*/ 4246673 w 4433316"/>
              <a:gd name="connsiteY1" fmla="*/ 0 h 6190488"/>
              <a:gd name="connsiteX2" fmla="*/ 4433316 w 4433316"/>
              <a:gd name="connsiteY2" fmla="*/ 186643 h 6190488"/>
              <a:gd name="connsiteX3" fmla="*/ 4433316 w 4433316"/>
              <a:gd name="connsiteY3" fmla="*/ 6003845 h 6190488"/>
              <a:gd name="connsiteX4" fmla="*/ 4246673 w 4433316"/>
              <a:gd name="connsiteY4" fmla="*/ 6190488 h 6190488"/>
              <a:gd name="connsiteX5" fmla="*/ 0 w 4433316"/>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33316" h="6190488">
                <a:moveTo>
                  <a:pt x="0" y="0"/>
                </a:moveTo>
                <a:lnTo>
                  <a:pt x="4246673" y="0"/>
                </a:lnTo>
                <a:cubicBezTo>
                  <a:pt x="4349753" y="0"/>
                  <a:pt x="4433316" y="83563"/>
                  <a:pt x="4433316" y="186643"/>
                </a:cubicBezTo>
                <a:lnTo>
                  <a:pt x="4433316" y="6003845"/>
                </a:lnTo>
                <a:cubicBezTo>
                  <a:pt x="4433316" y="6106925"/>
                  <a:pt x="4349753" y="6190488"/>
                  <a:pt x="4246673"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347132" y="6529916"/>
            <a:ext cx="3284341" cy="328085"/>
          </a:xfrm>
          <a:prstGeom prst="rect">
            <a:avLst/>
          </a:prstGeom>
        </p:spPr>
        <p:txBody>
          <a:bodyPr/>
          <a:lstStyle/>
          <a:p>
            <a:fld id="{3D127003-26EA-4E29-A915-6163B9A3B02A}" type="datetime1">
              <a:rPr lang="en-US" smtClean="0"/>
              <a:t>4/20/2026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529916"/>
            <a:ext cx="2805405" cy="328084"/>
          </a:xfrm>
          <a:prstGeom prst="rect">
            <a:avLst/>
          </a:prstGeom>
        </p:spPr>
        <p:txBody>
          <a:bodyPr/>
          <a:lstStyle/>
          <a:p>
            <a:r>
              <a:rPr lang="en-US" dirty="0"/>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28ED8B4C-3B70-7229-7BC1-2CA7F4228544}"/>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68906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24995" y="912388"/>
            <a:ext cx="6800971" cy="932688"/>
          </a:xfrm>
        </p:spPr>
        <p:txBody>
          <a:bodyPr anchor="b"/>
          <a:lstStyle>
            <a:lvl1pPr>
              <a:defRPr sz="4400"/>
            </a:lvl1pPr>
          </a:lstStyle>
          <a:p>
            <a:r>
              <a:rPr lang="en-US"/>
              <a:t>Click to edit Master title style</a:t>
            </a:r>
            <a:endParaRPr lang="en-US" dirty="0"/>
          </a:p>
        </p:txBody>
      </p:sp>
      <p:sp>
        <p:nvSpPr>
          <p:cNvPr id="7" name="Picture Placeholder 6">
            <a:extLst>
              <a:ext uri="{FF2B5EF4-FFF2-40B4-BE49-F238E27FC236}">
                <a16:creationId xmlns:a16="http://schemas.microsoft.com/office/drawing/2014/main" id="{5D00EEA7-B56C-0FE1-DD57-6EA768316748}"/>
              </a:ext>
            </a:extLst>
          </p:cNvPr>
          <p:cNvSpPr>
            <a:spLocks noGrp="1"/>
          </p:cNvSpPr>
          <p:nvPr>
            <p:ph type="pic" sz="quarter" idx="13"/>
          </p:nvPr>
        </p:nvSpPr>
        <p:spPr>
          <a:xfrm>
            <a:off x="358140" y="333756"/>
            <a:ext cx="3665220" cy="6190488"/>
          </a:xfrm>
          <a:custGeom>
            <a:avLst/>
            <a:gdLst>
              <a:gd name="connsiteX0" fmla="*/ 186643 w 3665220"/>
              <a:gd name="connsiteY0" fmla="*/ 0 h 6190488"/>
              <a:gd name="connsiteX1" fmla="*/ 3665220 w 3665220"/>
              <a:gd name="connsiteY1" fmla="*/ 0 h 6190488"/>
              <a:gd name="connsiteX2" fmla="*/ 3665220 w 3665220"/>
              <a:gd name="connsiteY2" fmla="*/ 6190488 h 6190488"/>
              <a:gd name="connsiteX3" fmla="*/ 186643 w 3665220"/>
              <a:gd name="connsiteY3" fmla="*/ 6190488 h 6190488"/>
              <a:gd name="connsiteX4" fmla="*/ 0 w 3665220"/>
              <a:gd name="connsiteY4" fmla="*/ 6003845 h 6190488"/>
              <a:gd name="connsiteX5" fmla="*/ 0 w 3665220"/>
              <a:gd name="connsiteY5" fmla="*/ 186643 h 6190488"/>
              <a:gd name="connsiteX6" fmla="*/ 186643 w 3665220"/>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65220" h="6190488">
                <a:moveTo>
                  <a:pt x="186643" y="0"/>
                </a:moveTo>
                <a:lnTo>
                  <a:pt x="3665220" y="0"/>
                </a:lnTo>
                <a:lnTo>
                  <a:pt x="3665220"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24996" y="1997625"/>
            <a:ext cx="6800971" cy="39450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529916"/>
            <a:ext cx="3494314" cy="328084"/>
          </a:xfrm>
          <a:prstGeom prst="rect">
            <a:avLst/>
          </a:prstGeom>
        </p:spPr>
        <p:txBody>
          <a:bodyPr/>
          <a:lstStyle/>
          <a:p>
            <a:fld id="{FC8398B2-10D9-44F6-A6BD-93FBB0F2ED95}" type="datetime1">
              <a:rPr lang="en-US" smtClean="0"/>
              <a:t>4/20/2026</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8660019" y="6529916"/>
            <a:ext cx="2805405" cy="328084"/>
          </a:xfrm>
          <a:prstGeom prst="rect">
            <a:avLst/>
          </a:prstGeom>
        </p:spPr>
        <p:txBody>
          <a:bodyPr/>
          <a:lstStyle/>
          <a:p>
            <a:r>
              <a:rPr lang="en-US" dirty="0"/>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42F2155E-50E7-C260-4CB2-28DE7F08650E}"/>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598243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99AA6AA-9FAC-AA42-597B-AAAAEDA9E09F}"/>
              </a:ext>
            </a:extLst>
          </p:cNvPr>
          <p:cNvSpPr>
            <a:spLocks noGrp="1"/>
          </p:cNvSpPr>
          <p:nvPr>
            <p:ph type="title"/>
          </p:nvPr>
        </p:nvSpPr>
        <p:spPr>
          <a:xfrm>
            <a:off x="859536" y="912388"/>
            <a:ext cx="6800971" cy="932688"/>
          </a:xfrm>
        </p:spPr>
        <p:txBody>
          <a:bodyPr anchor="b"/>
          <a:lstStyle>
            <a:lvl1pPr>
              <a:defRPr sz="4400"/>
            </a:lvl1pPr>
          </a:lstStyle>
          <a:p>
            <a:r>
              <a:rPr lang="en-US"/>
              <a:t>Click to edit Master title style</a:t>
            </a:r>
            <a:endParaRPr lang="en-US" dirty="0"/>
          </a:p>
        </p:txBody>
      </p:sp>
      <p:sp>
        <p:nvSpPr>
          <p:cNvPr id="16" name="Content Placeholder 7">
            <a:extLst>
              <a:ext uri="{FF2B5EF4-FFF2-40B4-BE49-F238E27FC236}">
                <a16:creationId xmlns:a16="http://schemas.microsoft.com/office/drawing/2014/main" id="{5F8572EB-0F19-5157-1262-D70FB246A99A}"/>
              </a:ext>
            </a:extLst>
          </p:cNvPr>
          <p:cNvSpPr>
            <a:spLocks noGrp="1"/>
          </p:cNvSpPr>
          <p:nvPr>
            <p:ph sz="quarter" idx="14"/>
          </p:nvPr>
        </p:nvSpPr>
        <p:spPr>
          <a:xfrm>
            <a:off x="859536" y="1997625"/>
            <a:ext cx="6800971" cy="39450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1B842C4E-40FF-AB86-90DD-9230239CDAA9}"/>
              </a:ext>
            </a:extLst>
          </p:cNvPr>
          <p:cNvSpPr>
            <a:spLocks noGrp="1"/>
          </p:cNvSpPr>
          <p:nvPr>
            <p:ph type="pic" sz="quarter" idx="13"/>
          </p:nvPr>
        </p:nvSpPr>
        <p:spPr>
          <a:xfrm>
            <a:off x="8091732" y="333756"/>
            <a:ext cx="3742128" cy="6190488"/>
          </a:xfrm>
          <a:custGeom>
            <a:avLst/>
            <a:gdLst>
              <a:gd name="connsiteX0" fmla="*/ 0 w 3742128"/>
              <a:gd name="connsiteY0" fmla="*/ 0 h 6190488"/>
              <a:gd name="connsiteX1" fmla="*/ 3555485 w 3742128"/>
              <a:gd name="connsiteY1" fmla="*/ 0 h 6190488"/>
              <a:gd name="connsiteX2" fmla="*/ 3742128 w 3742128"/>
              <a:gd name="connsiteY2" fmla="*/ 186643 h 6190488"/>
              <a:gd name="connsiteX3" fmla="*/ 3742128 w 3742128"/>
              <a:gd name="connsiteY3" fmla="*/ 6003845 h 6190488"/>
              <a:gd name="connsiteX4" fmla="*/ 3555485 w 3742128"/>
              <a:gd name="connsiteY4" fmla="*/ 6190488 h 6190488"/>
              <a:gd name="connsiteX5" fmla="*/ 0 w 3742128"/>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42128" h="6190488">
                <a:moveTo>
                  <a:pt x="0" y="0"/>
                </a:moveTo>
                <a:lnTo>
                  <a:pt x="3555485" y="0"/>
                </a:lnTo>
                <a:cubicBezTo>
                  <a:pt x="3658565" y="0"/>
                  <a:pt x="3742128" y="83563"/>
                  <a:pt x="3742128" y="186643"/>
                </a:cubicBezTo>
                <a:lnTo>
                  <a:pt x="3742128" y="6003845"/>
                </a:lnTo>
                <a:cubicBezTo>
                  <a:pt x="3742128" y="6106925"/>
                  <a:pt x="3658565" y="6190488"/>
                  <a:pt x="3555485"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47132" y="6529916"/>
            <a:ext cx="3284341" cy="328084"/>
          </a:xfrm>
          <a:prstGeom prst="rect">
            <a:avLst/>
          </a:prstGeom>
        </p:spPr>
        <p:txBody>
          <a:bodyPr/>
          <a:lstStyle/>
          <a:p>
            <a:fld id="{DCAE8F83-67FA-404A-B769-CAB4959C0FA7}" type="datetime1">
              <a:rPr lang="en-US" smtClean="0"/>
              <a:t>4/20/2026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529916"/>
            <a:ext cx="2805405" cy="328084"/>
          </a:xfrm>
          <a:prstGeom prst="rect">
            <a:avLst/>
          </a:prstGeom>
        </p:spPr>
        <p:txBody>
          <a:bodyPr/>
          <a:lstStyle/>
          <a:p>
            <a:r>
              <a:rPr lang="en-US" dirty="0"/>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529916"/>
            <a:ext cx="429207" cy="328084"/>
          </a:xfrm>
          <a:prstGeom prst="rect">
            <a:avLst/>
          </a:prstGeom>
        </p:spPr>
        <p:txBody>
          <a:bodyPr/>
          <a:lstStyle/>
          <a:p>
            <a:fld id="{CC057153-B650-4DEB-B370-79DDCFDCE934}" type="slidenum">
              <a:rPr lang="en-US" smtClean="0"/>
              <a:t>‹#›</a:t>
            </a:fld>
            <a:endParaRPr lang="en-US" dirty="0"/>
          </a:p>
        </p:txBody>
      </p:sp>
      <p:sp>
        <p:nvSpPr>
          <p:cNvPr id="2" name="Rectangle: Rounded Corners 1">
            <a:extLst>
              <a:ext uri="{FF2B5EF4-FFF2-40B4-BE49-F238E27FC236}">
                <a16:creationId xmlns:a16="http://schemas.microsoft.com/office/drawing/2014/main" id="{635E0701-D961-E590-72A4-CFE60A942FB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045870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35B410A-8F1F-C41B-C2EA-3ADD36BB7D5B}"/>
              </a:ext>
            </a:extLst>
          </p:cNvPr>
          <p:cNvSpPr>
            <a:spLocks noGrp="1"/>
          </p:cNvSpPr>
          <p:nvPr>
            <p:ph type="title"/>
          </p:nvPr>
        </p:nvSpPr>
        <p:spPr>
          <a:xfrm>
            <a:off x="7053972" y="907302"/>
            <a:ext cx="4361688" cy="1386965"/>
          </a:xfrm>
        </p:spPr>
        <p:txBody>
          <a:bodyPr anchor="t"/>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3675BA77-EBBB-9336-6E26-E6A278DEC64C}"/>
              </a:ext>
            </a:extLst>
          </p:cNvPr>
          <p:cNvSpPr>
            <a:spLocks noGrp="1"/>
          </p:cNvSpPr>
          <p:nvPr>
            <p:ph type="pic" sz="quarter" idx="13"/>
          </p:nvPr>
        </p:nvSpPr>
        <p:spPr>
          <a:xfrm>
            <a:off x="358140" y="333756"/>
            <a:ext cx="6253369" cy="6190488"/>
          </a:xfrm>
          <a:custGeom>
            <a:avLst/>
            <a:gdLst>
              <a:gd name="connsiteX0" fmla="*/ 186643 w 6253369"/>
              <a:gd name="connsiteY0" fmla="*/ 0 h 6190488"/>
              <a:gd name="connsiteX1" fmla="*/ 6253369 w 6253369"/>
              <a:gd name="connsiteY1" fmla="*/ 0 h 6190488"/>
              <a:gd name="connsiteX2" fmla="*/ 6253369 w 6253369"/>
              <a:gd name="connsiteY2" fmla="*/ 6190488 h 6190488"/>
              <a:gd name="connsiteX3" fmla="*/ 186643 w 6253369"/>
              <a:gd name="connsiteY3" fmla="*/ 6190488 h 6190488"/>
              <a:gd name="connsiteX4" fmla="*/ 0 w 6253369"/>
              <a:gd name="connsiteY4" fmla="*/ 6003845 h 6190488"/>
              <a:gd name="connsiteX5" fmla="*/ 0 w 6253369"/>
              <a:gd name="connsiteY5" fmla="*/ 186643 h 6190488"/>
              <a:gd name="connsiteX6" fmla="*/ 186643 w 6253369"/>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53369" h="6190488">
                <a:moveTo>
                  <a:pt x="186643" y="0"/>
                </a:moveTo>
                <a:lnTo>
                  <a:pt x="6253369" y="0"/>
                </a:lnTo>
                <a:lnTo>
                  <a:pt x="6253369" y="6190488"/>
                </a:lnTo>
                <a:lnTo>
                  <a:pt x="186643" y="6190488"/>
                </a:lnTo>
                <a:cubicBezTo>
                  <a:pt x="83563" y="6190488"/>
                  <a:pt x="0" y="6106925"/>
                  <a:pt x="0" y="6003845"/>
                </a:cubicBezTo>
                <a:lnTo>
                  <a:pt x="0" y="186643"/>
                </a:lnTo>
                <a:cubicBezTo>
                  <a:pt x="0" y="83563"/>
                  <a:pt x="83563" y="0"/>
                  <a:pt x="186643" y="0"/>
                </a:cubicBez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9" name="Content Placeholder 7">
            <a:extLst>
              <a:ext uri="{FF2B5EF4-FFF2-40B4-BE49-F238E27FC236}">
                <a16:creationId xmlns:a16="http://schemas.microsoft.com/office/drawing/2014/main" id="{CFD057C1-E5F9-48C1-C100-98561B816AC5}"/>
              </a:ext>
            </a:extLst>
          </p:cNvPr>
          <p:cNvSpPr>
            <a:spLocks noGrp="1"/>
          </p:cNvSpPr>
          <p:nvPr>
            <p:ph sz="quarter" idx="14"/>
          </p:nvPr>
        </p:nvSpPr>
        <p:spPr>
          <a:xfrm>
            <a:off x="7053972" y="2438545"/>
            <a:ext cx="4366917" cy="3512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529914"/>
            <a:ext cx="1622776" cy="328085"/>
          </a:xfrm>
          <a:prstGeom prst="rect">
            <a:avLst/>
          </a:prstGeom>
        </p:spPr>
        <p:txBody>
          <a:bodyPr/>
          <a:lstStyle>
            <a:lvl1pPr>
              <a:defRPr>
                <a:solidFill>
                  <a:schemeClr val="tx1"/>
                </a:solidFill>
                <a:effectLst/>
              </a:defRPr>
            </a:lvl1pPr>
          </a:lstStyle>
          <a:p>
            <a:fld id="{49B3D67F-5079-4349-A370-6203DAA40BB5}" type="datetime1">
              <a:rPr lang="en-US" smtClean="0"/>
              <a:t>4/20/2026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2" name="Rectangle: Rounded Corners 1">
            <a:extLst>
              <a:ext uri="{FF2B5EF4-FFF2-40B4-BE49-F238E27FC236}">
                <a16:creationId xmlns:a16="http://schemas.microsoft.com/office/drawing/2014/main" id="{EA9C6C39-F32F-7B92-4B04-DE603E8CAB22}"/>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114192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7302"/>
            <a:ext cx="4361688" cy="1386965"/>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2438545"/>
            <a:ext cx="4366917" cy="3512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989A950D-4E95-617D-73A8-2088AA91A845}"/>
              </a:ext>
            </a:extLst>
          </p:cNvPr>
          <p:cNvSpPr>
            <a:spLocks noGrp="1"/>
          </p:cNvSpPr>
          <p:nvPr>
            <p:ph type="pic" sz="quarter" idx="13"/>
          </p:nvPr>
        </p:nvSpPr>
        <p:spPr>
          <a:xfrm>
            <a:off x="5749422" y="333756"/>
            <a:ext cx="6086539" cy="6190488"/>
          </a:xfrm>
          <a:custGeom>
            <a:avLst/>
            <a:gdLst>
              <a:gd name="connsiteX0" fmla="*/ 0 w 6086539"/>
              <a:gd name="connsiteY0" fmla="*/ 0 h 6181344"/>
              <a:gd name="connsiteX1" fmla="*/ 5900171 w 6086539"/>
              <a:gd name="connsiteY1" fmla="*/ 0 h 6181344"/>
              <a:gd name="connsiteX2" fmla="*/ 6086539 w 6086539"/>
              <a:gd name="connsiteY2" fmla="*/ 186368 h 6181344"/>
              <a:gd name="connsiteX3" fmla="*/ 6086539 w 6086539"/>
              <a:gd name="connsiteY3" fmla="*/ 5994976 h 6181344"/>
              <a:gd name="connsiteX4" fmla="*/ 5900171 w 6086539"/>
              <a:gd name="connsiteY4" fmla="*/ 6181344 h 6181344"/>
              <a:gd name="connsiteX5" fmla="*/ 0 w 6086539"/>
              <a:gd name="connsiteY5" fmla="*/ 6181344 h 618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86539" h="6181344">
                <a:moveTo>
                  <a:pt x="0" y="0"/>
                </a:moveTo>
                <a:lnTo>
                  <a:pt x="5900171" y="0"/>
                </a:lnTo>
                <a:cubicBezTo>
                  <a:pt x="6003099" y="0"/>
                  <a:pt x="6086539" y="83440"/>
                  <a:pt x="6086539" y="186368"/>
                </a:cubicBezTo>
                <a:lnTo>
                  <a:pt x="6086539" y="5994976"/>
                </a:lnTo>
                <a:cubicBezTo>
                  <a:pt x="6086539" y="6097904"/>
                  <a:pt x="6003099" y="6181344"/>
                  <a:pt x="5900171" y="6181344"/>
                </a:cubicBezTo>
                <a:lnTo>
                  <a:pt x="0" y="6181344"/>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529916"/>
            <a:ext cx="2031073" cy="328084"/>
          </a:xfrm>
          <a:prstGeom prst="rect">
            <a:avLst/>
          </a:prstGeom>
        </p:spPr>
        <p:txBody>
          <a:bodyPr/>
          <a:lstStyle/>
          <a:p>
            <a:fld id="{D5E635FD-01E5-4F9B-B7E3-4E8E4D553502}" type="datetime1">
              <a:rPr lang="en-US" smtClean="0"/>
              <a:t>4/20/2026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4" name="Rectangle: Rounded Corners 3">
            <a:extLst>
              <a:ext uri="{FF2B5EF4-FFF2-40B4-BE49-F238E27FC236}">
                <a16:creationId xmlns:a16="http://schemas.microsoft.com/office/drawing/2014/main" id="{6C6B2973-B39B-795B-C998-BD99945AC583}"/>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232231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D06E528-2C9F-FF0A-C704-D5311E88B5CA}"/>
              </a:ext>
            </a:extLst>
          </p:cNvPr>
          <p:cNvSpPr>
            <a:spLocks noGrp="1"/>
          </p:cNvSpPr>
          <p:nvPr>
            <p:ph type="title"/>
          </p:nvPr>
        </p:nvSpPr>
        <p:spPr>
          <a:xfrm>
            <a:off x="6882554" y="905256"/>
            <a:ext cx="4572000" cy="932688"/>
          </a:xfrm>
        </p:spPr>
        <p:txBody>
          <a:bodyPr anchor="b"/>
          <a:lstStyle>
            <a:lvl1pPr>
              <a:defRPr sz="32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98AE6960-1685-F3C4-C297-F7D9C123BDA2}"/>
              </a:ext>
            </a:extLst>
          </p:cNvPr>
          <p:cNvSpPr>
            <a:spLocks noGrp="1"/>
          </p:cNvSpPr>
          <p:nvPr>
            <p:ph type="pic" sz="quarter" idx="13"/>
          </p:nvPr>
        </p:nvSpPr>
        <p:spPr>
          <a:xfrm>
            <a:off x="358956" y="338328"/>
            <a:ext cx="6129344" cy="6181344"/>
          </a:xfrm>
          <a:custGeom>
            <a:avLst/>
            <a:gdLst>
              <a:gd name="connsiteX0" fmla="*/ 186368 w 6129344"/>
              <a:gd name="connsiteY0" fmla="*/ 0 h 6181344"/>
              <a:gd name="connsiteX1" fmla="*/ 6129344 w 6129344"/>
              <a:gd name="connsiteY1" fmla="*/ 0 h 6181344"/>
              <a:gd name="connsiteX2" fmla="*/ 6129344 w 6129344"/>
              <a:gd name="connsiteY2" fmla="*/ 6181344 h 6181344"/>
              <a:gd name="connsiteX3" fmla="*/ 186368 w 6129344"/>
              <a:gd name="connsiteY3" fmla="*/ 6181344 h 6181344"/>
              <a:gd name="connsiteX4" fmla="*/ 0 w 6129344"/>
              <a:gd name="connsiteY4" fmla="*/ 5994976 h 6181344"/>
              <a:gd name="connsiteX5" fmla="*/ 0 w 6129344"/>
              <a:gd name="connsiteY5" fmla="*/ 186368 h 6181344"/>
              <a:gd name="connsiteX6" fmla="*/ 186368 w 6129344"/>
              <a:gd name="connsiteY6" fmla="*/ 0 h 618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29344" h="6181344">
                <a:moveTo>
                  <a:pt x="186368" y="0"/>
                </a:moveTo>
                <a:lnTo>
                  <a:pt x="6129344" y="0"/>
                </a:lnTo>
                <a:lnTo>
                  <a:pt x="6129344" y="6181344"/>
                </a:lnTo>
                <a:lnTo>
                  <a:pt x="186368" y="6181344"/>
                </a:lnTo>
                <a:cubicBezTo>
                  <a:pt x="83440" y="6181344"/>
                  <a:pt x="0" y="6097904"/>
                  <a:pt x="0" y="5994976"/>
                </a:cubicBezTo>
                <a:lnTo>
                  <a:pt x="0" y="186368"/>
                </a:lnTo>
                <a:cubicBezTo>
                  <a:pt x="0" y="83440"/>
                  <a:pt x="83440" y="0"/>
                  <a:pt x="186368"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10" name="Content Placeholder 7">
            <a:extLst>
              <a:ext uri="{FF2B5EF4-FFF2-40B4-BE49-F238E27FC236}">
                <a16:creationId xmlns:a16="http://schemas.microsoft.com/office/drawing/2014/main" id="{F131C32E-547E-EA2F-5C03-0FE106459545}"/>
              </a:ext>
            </a:extLst>
          </p:cNvPr>
          <p:cNvSpPr>
            <a:spLocks noGrp="1"/>
          </p:cNvSpPr>
          <p:nvPr>
            <p:ph sz="quarter" idx="14"/>
          </p:nvPr>
        </p:nvSpPr>
        <p:spPr>
          <a:xfrm>
            <a:off x="6882554" y="1982048"/>
            <a:ext cx="4572000" cy="3968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529916"/>
            <a:ext cx="1772029" cy="328084"/>
          </a:xfrm>
          <a:prstGeom prst="rect">
            <a:avLst/>
          </a:prstGeom>
        </p:spPr>
        <p:txBody>
          <a:bodyPr/>
          <a:lstStyle>
            <a:lvl1pPr>
              <a:defRPr>
                <a:solidFill>
                  <a:schemeClr val="tx1"/>
                </a:solidFill>
                <a:effectLst/>
              </a:defRPr>
            </a:lvl1pPr>
          </a:lstStyle>
          <a:p>
            <a:fld id="{9DA120D7-D319-4C08-8AC1-3F29C25825B5}" type="datetime1">
              <a:rPr lang="en-US" smtClean="0"/>
              <a:t>4/20/2026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3BBCC467-E248-3764-B263-C14CD99457D8}"/>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62320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5256"/>
            <a:ext cx="4572000" cy="932688"/>
          </a:xfrm>
        </p:spPr>
        <p:txBody>
          <a:bodyPr anchor="b"/>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1982048"/>
            <a:ext cx="4572000" cy="3968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4E3331A2-CF3B-E998-CF70-4A75C30A9245}"/>
              </a:ext>
            </a:extLst>
          </p:cNvPr>
          <p:cNvSpPr>
            <a:spLocks noGrp="1"/>
          </p:cNvSpPr>
          <p:nvPr>
            <p:ph type="pic" sz="quarter" idx="13"/>
          </p:nvPr>
        </p:nvSpPr>
        <p:spPr>
          <a:xfrm>
            <a:off x="5917720" y="333756"/>
            <a:ext cx="5916140" cy="6190488"/>
          </a:xfrm>
          <a:custGeom>
            <a:avLst/>
            <a:gdLst>
              <a:gd name="connsiteX0" fmla="*/ 0 w 5916140"/>
              <a:gd name="connsiteY0" fmla="*/ 0 h 6190488"/>
              <a:gd name="connsiteX1" fmla="*/ 5729497 w 5916140"/>
              <a:gd name="connsiteY1" fmla="*/ 0 h 6190488"/>
              <a:gd name="connsiteX2" fmla="*/ 5916140 w 5916140"/>
              <a:gd name="connsiteY2" fmla="*/ 186643 h 6190488"/>
              <a:gd name="connsiteX3" fmla="*/ 5916140 w 5916140"/>
              <a:gd name="connsiteY3" fmla="*/ 6003845 h 6190488"/>
              <a:gd name="connsiteX4" fmla="*/ 5729497 w 5916140"/>
              <a:gd name="connsiteY4" fmla="*/ 6190488 h 6190488"/>
              <a:gd name="connsiteX5" fmla="*/ 0 w 5916140"/>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16140" h="6190488">
                <a:moveTo>
                  <a:pt x="0" y="0"/>
                </a:moveTo>
                <a:lnTo>
                  <a:pt x="5729497" y="0"/>
                </a:lnTo>
                <a:cubicBezTo>
                  <a:pt x="5832577" y="0"/>
                  <a:pt x="5916140" y="83563"/>
                  <a:pt x="5916140" y="186643"/>
                </a:cubicBezTo>
                <a:lnTo>
                  <a:pt x="5916140" y="6003845"/>
                </a:lnTo>
                <a:cubicBezTo>
                  <a:pt x="5916140" y="6106925"/>
                  <a:pt x="5832577" y="6190488"/>
                  <a:pt x="5729497"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3" y="6529916"/>
            <a:ext cx="2031073" cy="328084"/>
          </a:xfrm>
          <a:prstGeom prst="rect">
            <a:avLst/>
          </a:prstGeom>
        </p:spPr>
        <p:txBody>
          <a:bodyPr/>
          <a:lstStyle/>
          <a:p>
            <a:fld id="{EBEC7127-1401-4DC9-A2BE-769D7BC81B47}" type="datetime1">
              <a:rPr lang="en-US" smtClean="0"/>
              <a:t>4/20/2026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4" name="Rectangle: Rounded Corners 3">
            <a:extLst>
              <a:ext uri="{FF2B5EF4-FFF2-40B4-BE49-F238E27FC236}">
                <a16:creationId xmlns:a16="http://schemas.microsoft.com/office/drawing/2014/main" id="{441A81A3-09AD-4886-CA58-1C5308FB34ED}"/>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139428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03044" y="907299"/>
            <a:ext cx="3222923" cy="1203162"/>
          </a:xfrm>
        </p:spPr>
        <p:txBody>
          <a:bodyPr anchor="b">
            <a:normAutofit/>
          </a:bodyPr>
          <a:lstStyle>
            <a:lvl1pPr>
              <a:defRPr sz="3200"/>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E26FC952-7E45-FC54-E540-F375172C0E20}"/>
              </a:ext>
            </a:extLst>
          </p:cNvPr>
          <p:cNvSpPr>
            <a:spLocks noGrp="1"/>
          </p:cNvSpPr>
          <p:nvPr>
            <p:ph type="pic" sz="quarter" idx="13"/>
          </p:nvPr>
        </p:nvSpPr>
        <p:spPr>
          <a:xfrm>
            <a:off x="358140" y="333756"/>
            <a:ext cx="7226004" cy="6190488"/>
          </a:xfrm>
          <a:custGeom>
            <a:avLst/>
            <a:gdLst>
              <a:gd name="connsiteX0" fmla="*/ 186643 w 7226004"/>
              <a:gd name="connsiteY0" fmla="*/ 0 h 6190488"/>
              <a:gd name="connsiteX1" fmla="*/ 7226004 w 7226004"/>
              <a:gd name="connsiteY1" fmla="*/ 0 h 6190488"/>
              <a:gd name="connsiteX2" fmla="*/ 7226004 w 7226004"/>
              <a:gd name="connsiteY2" fmla="*/ 6190488 h 6190488"/>
              <a:gd name="connsiteX3" fmla="*/ 186643 w 7226004"/>
              <a:gd name="connsiteY3" fmla="*/ 6190488 h 6190488"/>
              <a:gd name="connsiteX4" fmla="*/ 0 w 7226004"/>
              <a:gd name="connsiteY4" fmla="*/ 6003845 h 6190488"/>
              <a:gd name="connsiteX5" fmla="*/ 0 w 7226004"/>
              <a:gd name="connsiteY5" fmla="*/ 186643 h 6190488"/>
              <a:gd name="connsiteX6" fmla="*/ 186643 w 7226004"/>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26004" h="6190488">
                <a:moveTo>
                  <a:pt x="186643" y="0"/>
                </a:moveTo>
                <a:lnTo>
                  <a:pt x="7226004" y="0"/>
                </a:lnTo>
                <a:lnTo>
                  <a:pt x="7226004"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103044" y="2240265"/>
            <a:ext cx="3222923" cy="3710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103044" y="6529915"/>
            <a:ext cx="922372" cy="328084"/>
          </a:xfrm>
          <a:prstGeom prst="rect">
            <a:avLst/>
          </a:prstGeom>
        </p:spPr>
        <p:txBody>
          <a:bodyPr/>
          <a:lstStyle/>
          <a:p>
            <a:fld id="{16B7840A-2968-4A25-82F8-DF7BABF97BC1}" type="datetime1">
              <a:rPr lang="en-US" smtClean="0"/>
              <a:t>4/20/2026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025417" y="6529915"/>
            <a:ext cx="2390244" cy="328084"/>
          </a:xfrm>
          <a:prstGeom prst="rect">
            <a:avLst/>
          </a:prstGeom>
        </p:spPr>
        <p:txBody>
          <a:bodyPr/>
          <a:lstStyle/>
          <a:p>
            <a:r>
              <a:rPr lang="en-US" dirty="0"/>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5" name="Rectangle: Rounded Corners 4">
            <a:extLst>
              <a:ext uri="{FF2B5EF4-FFF2-40B4-BE49-F238E27FC236}">
                <a16:creationId xmlns:a16="http://schemas.microsoft.com/office/drawing/2014/main" id="{DCB9005A-8E92-C720-BABE-52545C043BA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634720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7299"/>
            <a:ext cx="3351329" cy="1203161"/>
          </a:xfrm>
        </p:spPr>
        <p:txBody>
          <a:bodyPr anchor="b">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2244789"/>
            <a:ext cx="3351329" cy="37059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93031C5B-201F-65FC-977A-E04E980A8D1F}"/>
              </a:ext>
            </a:extLst>
          </p:cNvPr>
          <p:cNvSpPr>
            <a:spLocks noGrp="1"/>
          </p:cNvSpPr>
          <p:nvPr>
            <p:ph type="pic" sz="quarter" idx="13"/>
          </p:nvPr>
        </p:nvSpPr>
        <p:spPr>
          <a:xfrm>
            <a:off x="4761780" y="333756"/>
            <a:ext cx="7072080" cy="6190488"/>
          </a:xfrm>
          <a:custGeom>
            <a:avLst/>
            <a:gdLst>
              <a:gd name="connsiteX0" fmla="*/ 0 w 7072080"/>
              <a:gd name="connsiteY0" fmla="*/ 0 h 6190488"/>
              <a:gd name="connsiteX1" fmla="*/ 6885437 w 7072080"/>
              <a:gd name="connsiteY1" fmla="*/ 0 h 6190488"/>
              <a:gd name="connsiteX2" fmla="*/ 7072080 w 7072080"/>
              <a:gd name="connsiteY2" fmla="*/ 186643 h 6190488"/>
              <a:gd name="connsiteX3" fmla="*/ 7072080 w 7072080"/>
              <a:gd name="connsiteY3" fmla="*/ 6003845 h 6190488"/>
              <a:gd name="connsiteX4" fmla="*/ 6885437 w 7072080"/>
              <a:gd name="connsiteY4" fmla="*/ 6190488 h 6190488"/>
              <a:gd name="connsiteX5" fmla="*/ 0 w 7072080"/>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2080" h="6190488">
                <a:moveTo>
                  <a:pt x="0" y="0"/>
                </a:moveTo>
                <a:lnTo>
                  <a:pt x="6885437" y="0"/>
                </a:lnTo>
                <a:cubicBezTo>
                  <a:pt x="6988517" y="0"/>
                  <a:pt x="7072080" y="83563"/>
                  <a:pt x="7072080" y="186643"/>
                </a:cubicBezTo>
                <a:lnTo>
                  <a:pt x="7072080" y="6003845"/>
                </a:lnTo>
                <a:cubicBezTo>
                  <a:pt x="7072080" y="6106925"/>
                  <a:pt x="6988517" y="6190488"/>
                  <a:pt x="6885437"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3" y="6529916"/>
            <a:ext cx="1067625" cy="328084"/>
          </a:xfrm>
          <a:prstGeom prst="rect">
            <a:avLst/>
          </a:prstGeom>
        </p:spPr>
        <p:txBody>
          <a:bodyPr/>
          <a:lstStyle/>
          <a:p>
            <a:fld id="{E2ABEC49-741E-472F-866C-AE933A56DB01}" type="datetime1">
              <a:rPr lang="en-US" smtClean="0"/>
              <a:t>4/20/2026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4" name="Rectangle: Rounded Corners 3">
            <a:extLst>
              <a:ext uri="{FF2B5EF4-FFF2-40B4-BE49-F238E27FC236}">
                <a16:creationId xmlns:a16="http://schemas.microsoft.com/office/drawing/2014/main" id="{75A9B769-FEAE-2962-E26F-2A44DC7B32A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362389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00265" y="907300"/>
            <a:ext cx="3025702" cy="2114466"/>
          </a:xfrm>
        </p:spPr>
        <p:txBody>
          <a:bodyPr anchor="b"/>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D58BC462-E794-03C0-9112-F7F3BCEED143}"/>
              </a:ext>
            </a:extLst>
          </p:cNvPr>
          <p:cNvSpPr>
            <a:spLocks noGrp="1"/>
          </p:cNvSpPr>
          <p:nvPr>
            <p:ph type="pic" sz="quarter" idx="13"/>
          </p:nvPr>
        </p:nvSpPr>
        <p:spPr>
          <a:xfrm>
            <a:off x="358140" y="333756"/>
            <a:ext cx="7423225" cy="6190488"/>
          </a:xfrm>
          <a:custGeom>
            <a:avLst/>
            <a:gdLst>
              <a:gd name="connsiteX0" fmla="*/ 186643 w 7423225"/>
              <a:gd name="connsiteY0" fmla="*/ 0 h 6190488"/>
              <a:gd name="connsiteX1" fmla="*/ 7423225 w 7423225"/>
              <a:gd name="connsiteY1" fmla="*/ 0 h 6190488"/>
              <a:gd name="connsiteX2" fmla="*/ 7423225 w 7423225"/>
              <a:gd name="connsiteY2" fmla="*/ 6190488 h 6190488"/>
              <a:gd name="connsiteX3" fmla="*/ 186643 w 7423225"/>
              <a:gd name="connsiteY3" fmla="*/ 6190488 h 6190488"/>
              <a:gd name="connsiteX4" fmla="*/ 0 w 7423225"/>
              <a:gd name="connsiteY4" fmla="*/ 6003845 h 6190488"/>
              <a:gd name="connsiteX5" fmla="*/ 0 w 7423225"/>
              <a:gd name="connsiteY5" fmla="*/ 186643 h 6190488"/>
              <a:gd name="connsiteX6" fmla="*/ 186643 w 7423225"/>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23225" h="6190488">
                <a:moveTo>
                  <a:pt x="186643" y="0"/>
                </a:moveTo>
                <a:lnTo>
                  <a:pt x="7423225" y="0"/>
                </a:lnTo>
                <a:lnTo>
                  <a:pt x="7423225"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00265" y="3156095"/>
            <a:ext cx="3025702" cy="2794596"/>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529915"/>
            <a:ext cx="1003659" cy="328084"/>
          </a:xfrm>
          <a:prstGeom prst="rect">
            <a:avLst/>
          </a:prstGeom>
        </p:spPr>
        <p:txBody>
          <a:bodyPr/>
          <a:lstStyle>
            <a:lvl1pPr>
              <a:defRPr>
                <a:solidFill>
                  <a:schemeClr val="tx1"/>
                </a:solidFill>
                <a:effectLst/>
              </a:defRPr>
            </a:lvl1pPr>
          </a:lstStyle>
          <a:p>
            <a:fld id="{CB6BE5AC-BF33-4FE2-ADBE-F1A4AA52AA84}" type="datetime1">
              <a:rPr lang="en-US" smtClean="0"/>
              <a:t>4/20/2026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529915"/>
            <a:ext cx="2068899"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4" name="Rectangle: Rounded Corners 3">
            <a:extLst>
              <a:ext uri="{FF2B5EF4-FFF2-40B4-BE49-F238E27FC236}">
                <a16:creationId xmlns:a16="http://schemas.microsoft.com/office/drawing/2014/main" id="{B3CB8547-3131-E62F-78BD-1E2AB8979C91}"/>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786448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851A88DF-44ED-436B-99D1-0B8CC5A92D9A}" type="datetime1">
              <a:rPr lang="en-US" smtClean="0"/>
              <a:t>4/20/2026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064656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BEC9FA1C-AA60-4CCE-B788-3849E413B634}" type="datetime1">
              <a:rPr lang="en-US" smtClean="0"/>
              <a:t>4/20/2026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174975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a:prstGeom prst="rect">
            <a:avLst/>
          </a:prstGeom>
        </p:spPr>
        <p:txBody>
          <a:bodyPr/>
          <a:lstStyle/>
          <a:p>
            <a:fld id="{401AF4C7-240F-4AB8-A2FA-D99DF3F7CE1C}" type="datetime1">
              <a:rPr lang="en-US" smtClean="0"/>
              <a:t>4/20/2026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a:prstGeom prst="rect">
            <a:avLst/>
          </a:prstGeo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5256648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707AF85-94F0-A688-031E-5C9B12E7DA2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2646" y="1810322"/>
            <a:ext cx="4547183" cy="4444173"/>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a:t>Click to edit Master title style</a:t>
            </a:r>
          </a:p>
        </p:txBody>
      </p:sp>
      <p:sp>
        <p:nvSpPr>
          <p:cNvPr id="11" name="Picture Placeholder 10">
            <a:extLst>
              <a:ext uri="{FF2B5EF4-FFF2-40B4-BE49-F238E27FC236}">
                <a16:creationId xmlns:a16="http://schemas.microsoft.com/office/drawing/2014/main" id="{0FEB7308-4C28-B462-9DD9-8D821D48BBBA}"/>
              </a:ext>
            </a:extLst>
          </p:cNvPr>
          <p:cNvSpPr>
            <a:spLocks noGrp="1"/>
          </p:cNvSpPr>
          <p:nvPr>
            <p:ph type="pic" sz="quarter" idx="16"/>
          </p:nvPr>
        </p:nvSpPr>
        <p:spPr>
          <a:xfrm>
            <a:off x="898331" y="2044501"/>
            <a:ext cx="3975817" cy="3975817"/>
          </a:xfrm>
          <a:custGeom>
            <a:avLst/>
            <a:gdLst>
              <a:gd name="connsiteX0" fmla="*/ 1987909 w 3975817"/>
              <a:gd name="connsiteY0" fmla="*/ 0 h 3975817"/>
              <a:gd name="connsiteX1" fmla="*/ 3975817 w 3975817"/>
              <a:gd name="connsiteY1" fmla="*/ 1987909 h 3975817"/>
              <a:gd name="connsiteX2" fmla="*/ 1987909 w 3975817"/>
              <a:gd name="connsiteY2" fmla="*/ 3975817 h 3975817"/>
              <a:gd name="connsiteX3" fmla="*/ 0 w 3975817"/>
              <a:gd name="connsiteY3" fmla="*/ 1987909 h 3975817"/>
              <a:gd name="connsiteX4" fmla="*/ 1987909 w 3975817"/>
              <a:gd name="connsiteY4" fmla="*/ 0 h 3975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5817" h="3975817">
                <a:moveTo>
                  <a:pt x="1987909" y="0"/>
                </a:moveTo>
                <a:cubicBezTo>
                  <a:pt x="3085800" y="0"/>
                  <a:pt x="3975817" y="890017"/>
                  <a:pt x="3975817" y="1987909"/>
                </a:cubicBezTo>
                <a:cubicBezTo>
                  <a:pt x="3975817" y="3085800"/>
                  <a:pt x="3085800" y="3975817"/>
                  <a:pt x="1987909" y="3975817"/>
                </a:cubicBezTo>
                <a:cubicBezTo>
                  <a:pt x="890017" y="3975817"/>
                  <a:pt x="0" y="3085800"/>
                  <a:pt x="0" y="1987909"/>
                </a:cubicBezTo>
                <a:cubicBezTo>
                  <a:pt x="0" y="890017"/>
                  <a:pt x="890017" y="0"/>
                  <a:pt x="1987909"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096000" y="1828800"/>
            <a:ext cx="5483355"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387AD299-DE61-4CBB-BC93-03EDAFFAD605}" type="datetime1">
              <a:rPr lang="en-US" smtClean="0"/>
              <a:t>4/20/2026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371201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5BFD4E-5044-9769-5E8F-5BEC1C2A215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2648" y="2271376"/>
            <a:ext cx="4155294" cy="4061162"/>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a:t>Click to edit Master title style</a:t>
            </a:r>
          </a:p>
        </p:txBody>
      </p:sp>
      <p:sp>
        <p:nvSpPr>
          <p:cNvPr id="14" name="Picture Placeholder 13">
            <a:extLst>
              <a:ext uri="{FF2B5EF4-FFF2-40B4-BE49-F238E27FC236}">
                <a16:creationId xmlns:a16="http://schemas.microsoft.com/office/drawing/2014/main" id="{D4DA44E7-3265-78D1-59E3-AEFDF6112DD6}"/>
              </a:ext>
            </a:extLst>
          </p:cNvPr>
          <p:cNvSpPr>
            <a:spLocks noGrp="1"/>
          </p:cNvSpPr>
          <p:nvPr>
            <p:ph type="pic" sz="quarter" idx="16"/>
          </p:nvPr>
        </p:nvSpPr>
        <p:spPr>
          <a:xfrm>
            <a:off x="873710" y="2485372"/>
            <a:ext cx="3633170" cy="3633170"/>
          </a:xfrm>
          <a:custGeom>
            <a:avLst/>
            <a:gdLst>
              <a:gd name="connsiteX0" fmla="*/ 1816585 w 3633170"/>
              <a:gd name="connsiteY0" fmla="*/ 0 h 3633170"/>
              <a:gd name="connsiteX1" fmla="*/ 3633170 w 3633170"/>
              <a:gd name="connsiteY1" fmla="*/ 1816585 h 3633170"/>
              <a:gd name="connsiteX2" fmla="*/ 1816585 w 3633170"/>
              <a:gd name="connsiteY2" fmla="*/ 3633170 h 3633170"/>
              <a:gd name="connsiteX3" fmla="*/ 0 w 3633170"/>
              <a:gd name="connsiteY3" fmla="*/ 1816585 h 3633170"/>
              <a:gd name="connsiteX4" fmla="*/ 1816585 w 3633170"/>
              <a:gd name="connsiteY4" fmla="*/ 0 h 3633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3170" h="3633170">
                <a:moveTo>
                  <a:pt x="1816585" y="0"/>
                </a:moveTo>
                <a:cubicBezTo>
                  <a:pt x="2819857" y="0"/>
                  <a:pt x="3633170" y="813313"/>
                  <a:pt x="3633170" y="1816585"/>
                </a:cubicBezTo>
                <a:cubicBezTo>
                  <a:pt x="3633170" y="2819857"/>
                  <a:pt x="2819857" y="3633170"/>
                  <a:pt x="1816585" y="3633170"/>
                </a:cubicBezTo>
                <a:cubicBezTo>
                  <a:pt x="813313" y="3633170"/>
                  <a:pt x="0" y="2819857"/>
                  <a:pt x="0" y="1816585"/>
                </a:cubicBezTo>
                <a:cubicBezTo>
                  <a:pt x="0" y="813313"/>
                  <a:pt x="813313" y="0"/>
                  <a:pt x="1816585"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FB9632C8-AF7D-4924-8414-5F0F98946906}" type="datetime1">
              <a:rPr lang="en-US" smtClean="0"/>
              <a:t>4/20/2026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568291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B50B4B-78CB-E542-02D9-864CE61BF8A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37715" y="2311121"/>
            <a:ext cx="4085820" cy="3993262"/>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AA5E0D2B-AF9D-6520-DEF7-6EF60AC4660E}"/>
              </a:ext>
            </a:extLst>
          </p:cNvPr>
          <p:cNvSpPr>
            <a:spLocks noGrp="1"/>
          </p:cNvSpPr>
          <p:nvPr>
            <p:ph type="pic" sz="quarter" idx="16"/>
          </p:nvPr>
        </p:nvSpPr>
        <p:spPr>
          <a:xfrm>
            <a:off x="694412" y="2521539"/>
            <a:ext cx="3572426" cy="3572426"/>
          </a:xfrm>
          <a:custGeom>
            <a:avLst/>
            <a:gdLst>
              <a:gd name="connsiteX0" fmla="*/ 1786213 w 3572426"/>
              <a:gd name="connsiteY0" fmla="*/ 0 h 3572426"/>
              <a:gd name="connsiteX1" fmla="*/ 3572426 w 3572426"/>
              <a:gd name="connsiteY1" fmla="*/ 1786213 h 3572426"/>
              <a:gd name="connsiteX2" fmla="*/ 1786213 w 3572426"/>
              <a:gd name="connsiteY2" fmla="*/ 3572426 h 3572426"/>
              <a:gd name="connsiteX3" fmla="*/ 0 w 3572426"/>
              <a:gd name="connsiteY3" fmla="*/ 1786213 h 3572426"/>
              <a:gd name="connsiteX4" fmla="*/ 1786213 w 3572426"/>
              <a:gd name="connsiteY4" fmla="*/ 0 h 357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2426" h="3572426">
                <a:moveTo>
                  <a:pt x="1786213" y="0"/>
                </a:moveTo>
                <a:cubicBezTo>
                  <a:pt x="2772711" y="0"/>
                  <a:pt x="3572426" y="799715"/>
                  <a:pt x="3572426" y="1786213"/>
                </a:cubicBezTo>
                <a:cubicBezTo>
                  <a:pt x="3572426" y="2772711"/>
                  <a:pt x="2772711" y="3572426"/>
                  <a:pt x="1786213" y="3572426"/>
                </a:cubicBezTo>
                <a:cubicBezTo>
                  <a:pt x="799715" y="3572426"/>
                  <a:pt x="0" y="2772711"/>
                  <a:pt x="0" y="1786213"/>
                </a:cubicBezTo>
                <a:cubicBezTo>
                  <a:pt x="0" y="799715"/>
                  <a:pt x="799715" y="0"/>
                  <a:pt x="1786213"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CB60CA09-D196-4E75-A4BA-F561F149C1FC}" type="datetime1">
              <a:rPr lang="en-US" smtClean="0"/>
              <a:t>4/20/2026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4261412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25626D2-80B1-31C0-8C4C-03AEBF6B450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335066" y="2105276"/>
            <a:ext cx="4085820" cy="3993262"/>
          </a:xfrm>
          <a:prstGeom prst="rect">
            <a:avLst/>
          </a:prstGeom>
        </p:spPr>
      </p:pic>
      <p:sp>
        <p:nvSpPr>
          <p:cNvPr id="17" name="Title 1">
            <a:extLst>
              <a:ext uri="{FF2B5EF4-FFF2-40B4-BE49-F238E27FC236}">
                <a16:creationId xmlns:a16="http://schemas.microsoft.com/office/drawing/2014/main" id="{FB8AD6A1-C215-DFF8-ECFA-D092D628B627}"/>
              </a:ext>
            </a:extLst>
          </p:cNvPr>
          <p:cNvSpPr>
            <a:spLocks noGrp="1"/>
          </p:cNvSpPr>
          <p:nvPr>
            <p:ph type="title"/>
          </p:nvPr>
        </p:nvSpPr>
        <p:spPr>
          <a:xfrm>
            <a:off x="612647" y="907303"/>
            <a:ext cx="10966706" cy="1132258"/>
          </a:xfrm>
        </p:spPr>
        <p:txBody>
          <a:bodyPr/>
          <a:lstStyle>
            <a:lvl1pPr>
              <a:defRPr>
                <a:latin typeface="+mj-lt"/>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2F6745D6-F853-FF75-28EF-2DD864956FC7}"/>
              </a:ext>
            </a:extLst>
          </p:cNvPr>
          <p:cNvSpPr>
            <a:spLocks noGrp="1"/>
          </p:cNvSpPr>
          <p:nvPr>
            <p:ph type="body" sz="half" idx="2"/>
          </p:nvPr>
        </p:nvSpPr>
        <p:spPr>
          <a:xfrm>
            <a:off x="612647" y="2311121"/>
            <a:ext cx="6158266" cy="3993262"/>
          </a:xfrm>
        </p:spPr>
        <p:txBody>
          <a:bodyPr anchor="t">
            <a:normAutofit/>
          </a:bodyPr>
          <a:lstStyle>
            <a:lvl1pPr marL="0" indent="0">
              <a:buNone/>
              <a:defRPr sz="1400"/>
            </a:lvl1pPr>
            <a:lvl2pPr marL="457200" indent="0">
              <a:buNone/>
              <a:defRPr sz="1200"/>
            </a:lvl2pPr>
            <a:lvl3pPr marL="914400" indent="0">
              <a:buNone/>
              <a:defRPr sz="1100"/>
            </a:lvl3pPr>
            <a:lvl4pPr marL="1371600" indent="0">
              <a:buNone/>
              <a:defRPr sz="900"/>
            </a:lvl4pPr>
            <a:lvl5pPr marL="1828800" indent="0">
              <a:buNone/>
              <a:defRPr sz="9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7">
            <a:extLst>
              <a:ext uri="{FF2B5EF4-FFF2-40B4-BE49-F238E27FC236}">
                <a16:creationId xmlns:a16="http://schemas.microsoft.com/office/drawing/2014/main" id="{D366C839-A25F-2CB3-40B9-811BB4C75134}"/>
              </a:ext>
            </a:extLst>
          </p:cNvPr>
          <p:cNvSpPr>
            <a:spLocks noGrp="1"/>
          </p:cNvSpPr>
          <p:nvPr>
            <p:ph type="pic" sz="quarter" idx="15"/>
          </p:nvPr>
        </p:nvSpPr>
        <p:spPr>
          <a:xfrm>
            <a:off x="7591763" y="2315694"/>
            <a:ext cx="3572426" cy="3572426"/>
          </a:xfrm>
          <a:custGeom>
            <a:avLst/>
            <a:gdLst>
              <a:gd name="connsiteX0" fmla="*/ 1786213 w 3572426"/>
              <a:gd name="connsiteY0" fmla="*/ 0 h 3572426"/>
              <a:gd name="connsiteX1" fmla="*/ 3572426 w 3572426"/>
              <a:gd name="connsiteY1" fmla="*/ 1786213 h 3572426"/>
              <a:gd name="connsiteX2" fmla="*/ 1786213 w 3572426"/>
              <a:gd name="connsiteY2" fmla="*/ 3572426 h 3572426"/>
              <a:gd name="connsiteX3" fmla="*/ 0 w 3572426"/>
              <a:gd name="connsiteY3" fmla="*/ 1786213 h 3572426"/>
              <a:gd name="connsiteX4" fmla="*/ 1786213 w 3572426"/>
              <a:gd name="connsiteY4" fmla="*/ 0 h 357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2426" h="3572426">
                <a:moveTo>
                  <a:pt x="1786213" y="0"/>
                </a:moveTo>
                <a:cubicBezTo>
                  <a:pt x="2772711" y="0"/>
                  <a:pt x="3572426" y="799715"/>
                  <a:pt x="3572426" y="1786213"/>
                </a:cubicBezTo>
                <a:cubicBezTo>
                  <a:pt x="3572426" y="2772711"/>
                  <a:pt x="2772711" y="3572426"/>
                  <a:pt x="1786213" y="3572426"/>
                </a:cubicBezTo>
                <a:cubicBezTo>
                  <a:pt x="799715" y="3572426"/>
                  <a:pt x="0" y="2772711"/>
                  <a:pt x="0" y="1786213"/>
                </a:cubicBezTo>
                <a:cubicBezTo>
                  <a:pt x="0" y="799715"/>
                  <a:pt x="799715" y="0"/>
                  <a:pt x="1786213"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E44CA941-2112-4108-B577-DDB22688A338}" type="datetime1">
              <a:rPr lang="en-US" smtClean="0"/>
              <a:t>4/20/2026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9513751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7C0B019-1F65-5FF3-EACC-1DBD4333A0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700064" y="557784"/>
            <a:ext cx="5914085" cy="5780110"/>
          </a:xfrm>
          <a:prstGeom prst="rect">
            <a:avLst/>
          </a:prstGeom>
        </p:spPr>
      </p:pic>
      <p:sp>
        <p:nvSpPr>
          <p:cNvPr id="3" name="Title 1">
            <a:extLst>
              <a:ext uri="{FF2B5EF4-FFF2-40B4-BE49-F238E27FC236}">
                <a16:creationId xmlns:a16="http://schemas.microsoft.com/office/drawing/2014/main" id="{6763DD55-592C-903A-3F9C-A96924CFEAC8}"/>
              </a:ext>
            </a:extLst>
          </p:cNvPr>
          <p:cNvSpPr>
            <a:spLocks noGrp="1"/>
          </p:cNvSpPr>
          <p:nvPr>
            <p:ph type="title"/>
          </p:nvPr>
        </p:nvSpPr>
        <p:spPr>
          <a:xfrm>
            <a:off x="612648" y="907302"/>
            <a:ext cx="4361688" cy="1649694"/>
          </a:xfrm>
        </p:spPr>
        <p:txBody>
          <a:bodyPr anchor="t"/>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4361688" cy="3434638"/>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11">
            <a:extLst>
              <a:ext uri="{FF2B5EF4-FFF2-40B4-BE49-F238E27FC236}">
                <a16:creationId xmlns:a16="http://schemas.microsoft.com/office/drawing/2014/main" id="{051C0813-C057-2B90-9C5A-3AE995C89739}"/>
              </a:ext>
            </a:extLst>
          </p:cNvPr>
          <p:cNvSpPr>
            <a:spLocks noGrp="1"/>
          </p:cNvSpPr>
          <p:nvPr>
            <p:ph type="pic" sz="quarter" idx="15"/>
          </p:nvPr>
        </p:nvSpPr>
        <p:spPr>
          <a:xfrm>
            <a:off x="6071625" y="862357"/>
            <a:ext cx="5170964" cy="5170964"/>
          </a:xfrm>
          <a:custGeom>
            <a:avLst/>
            <a:gdLst>
              <a:gd name="connsiteX0" fmla="*/ 2585482 w 5170964"/>
              <a:gd name="connsiteY0" fmla="*/ 0 h 5170964"/>
              <a:gd name="connsiteX1" fmla="*/ 5170964 w 5170964"/>
              <a:gd name="connsiteY1" fmla="*/ 2585482 h 5170964"/>
              <a:gd name="connsiteX2" fmla="*/ 2585482 w 5170964"/>
              <a:gd name="connsiteY2" fmla="*/ 5170964 h 5170964"/>
              <a:gd name="connsiteX3" fmla="*/ 0 w 5170964"/>
              <a:gd name="connsiteY3" fmla="*/ 2585482 h 5170964"/>
              <a:gd name="connsiteX4" fmla="*/ 2585482 w 5170964"/>
              <a:gd name="connsiteY4" fmla="*/ 0 h 5170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0964" h="5170964">
                <a:moveTo>
                  <a:pt x="2585482" y="0"/>
                </a:moveTo>
                <a:cubicBezTo>
                  <a:pt x="4013405" y="0"/>
                  <a:pt x="5170964" y="1157560"/>
                  <a:pt x="5170964" y="2585482"/>
                </a:cubicBezTo>
                <a:cubicBezTo>
                  <a:pt x="5170964" y="4013405"/>
                  <a:pt x="4013405" y="5170964"/>
                  <a:pt x="2585482" y="5170964"/>
                </a:cubicBezTo>
                <a:cubicBezTo>
                  <a:pt x="1157560" y="5170964"/>
                  <a:pt x="0" y="4013405"/>
                  <a:pt x="0" y="2585482"/>
                </a:cubicBezTo>
                <a:cubicBezTo>
                  <a:pt x="0" y="1157560"/>
                  <a:pt x="1157560" y="0"/>
                  <a:pt x="2585482"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347132" y="6529916"/>
            <a:ext cx="3284341" cy="328084"/>
          </a:xfrm>
          <a:prstGeom prst="rect">
            <a:avLst/>
          </a:prstGeom>
        </p:spPr>
        <p:txBody>
          <a:bodyPr/>
          <a:lstStyle/>
          <a:p>
            <a:fld id="{7D3302DA-6AFE-4F11-B5FB-C17B82EA8578}" type="datetime1">
              <a:rPr lang="en-US" smtClean="0"/>
              <a:t>4/20/2026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9211284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967907A-96CA-89D9-9FD8-C85BFFEAF6EB}"/>
              </a:ext>
            </a:extLst>
          </p:cNvPr>
          <p:cNvSpPr>
            <a:spLocks noGrp="1"/>
          </p:cNvSpPr>
          <p:nvPr>
            <p:ph type="title"/>
          </p:nvPr>
        </p:nvSpPr>
        <p:spPr>
          <a:xfrm>
            <a:off x="860316" y="4421770"/>
            <a:ext cx="10499656" cy="1528927"/>
          </a:xfrm>
        </p:spPr>
        <p:txBody>
          <a:bodyPr>
            <a:normAutofit/>
          </a:bodyPr>
          <a:lstStyle>
            <a:lvl1pPr algn="l">
              <a:lnSpc>
                <a:spcPct val="110000"/>
              </a:lnSpc>
              <a:defRPr sz="2000" b="0" cap="none" baseline="0">
                <a:solidFill>
                  <a:schemeClr val="tx1"/>
                </a:solidFill>
                <a:latin typeface="+mn-lt"/>
              </a:defRPr>
            </a:lvl1pPr>
          </a:lstStyle>
          <a:p>
            <a:r>
              <a:rPr lang="en-US"/>
              <a:t>Click to edit Master title style</a:t>
            </a:r>
            <a:endParaRPr lang="en-US" dirty="0"/>
          </a:p>
        </p:txBody>
      </p:sp>
      <p:sp>
        <p:nvSpPr>
          <p:cNvPr id="8" name="Content Placeholder 6">
            <a:extLst>
              <a:ext uri="{FF2B5EF4-FFF2-40B4-BE49-F238E27FC236}">
                <a16:creationId xmlns:a16="http://schemas.microsoft.com/office/drawing/2014/main" id="{824A94E6-CFC2-45CB-1F4E-C00A6DA2F700}"/>
              </a:ext>
            </a:extLst>
          </p:cNvPr>
          <p:cNvSpPr>
            <a:spLocks noGrp="1"/>
          </p:cNvSpPr>
          <p:nvPr>
            <p:ph sz="quarter" idx="13" hasCustomPrompt="1"/>
          </p:nvPr>
        </p:nvSpPr>
        <p:spPr>
          <a:xfrm>
            <a:off x="866336" y="1330310"/>
            <a:ext cx="10499656" cy="3273331"/>
          </a:xfrm>
        </p:spPr>
        <p:txBody>
          <a:bodyPr anchor="b">
            <a:normAutofit/>
          </a:bodyPr>
          <a:lstStyle>
            <a:lvl1pPr marL="0" indent="0" algn="l">
              <a:lnSpc>
                <a:spcPct val="90000"/>
              </a:lnSpc>
              <a:buNone/>
              <a:defRPr sz="210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C3619648-D57F-48C1-8026-D656192BFCE5}" type="datetime1">
              <a:rPr lang="en-US" smtClean="0"/>
              <a:t>4/20/2026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9" name="Rectangle: Rounded Corners 8">
            <a:extLst>
              <a:ext uri="{FF2B5EF4-FFF2-40B4-BE49-F238E27FC236}">
                <a16:creationId xmlns:a16="http://schemas.microsoft.com/office/drawing/2014/main" id="{FA1F52FC-EB68-58F2-85B1-6235B55362A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7838775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804120"/>
            <a:ext cx="10543032" cy="4206240"/>
          </a:xfrm>
        </p:spPr>
        <p:txBody>
          <a:bodyPr anchor="b">
            <a:normAutofit/>
          </a:bodyPr>
          <a:lstStyle>
            <a:lvl1pPr marL="0" indent="0" algn="ctr">
              <a:lnSpc>
                <a:spcPct val="90000"/>
              </a:lnSpc>
              <a:buNone/>
              <a:defRPr sz="232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D7688EBA-E81D-4EC6-8C2B-03A401A980DE}" type="datetime1">
              <a:rPr lang="en-US" smtClean="0"/>
              <a:t>4/20/2026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7ACAAB8A-DD1F-F240-8651-22FAC159B42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476681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421770"/>
            <a:ext cx="7525512" cy="1933310"/>
          </a:xfrm>
        </p:spPr>
        <p:txBody>
          <a:bodyPr>
            <a:normAutofit/>
          </a:bodyPr>
          <a:lstStyle>
            <a:lvl1pPr algn="ctr">
              <a:lnSpc>
                <a:spcPct val="110000"/>
              </a:lnSpc>
              <a:defRPr sz="2000" b="0" cap="none"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1353387"/>
            <a:ext cx="10543032" cy="3273331"/>
          </a:xfrm>
        </p:spPr>
        <p:txBody>
          <a:bodyPr anchor="b">
            <a:normAutofit/>
          </a:bodyPr>
          <a:lstStyle>
            <a:lvl1pPr marL="0" indent="0" algn="ctr">
              <a:lnSpc>
                <a:spcPct val="90000"/>
              </a:lnSpc>
              <a:buNone/>
              <a:defRPr sz="210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175A1B29-DFBD-4673-8328-3ED6619AAB50}" type="datetime1">
              <a:rPr lang="en-US" smtClean="0"/>
              <a:t>4/20/2026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8" name="Rectangle: Rounded Corners 7">
            <a:extLst>
              <a:ext uri="{FF2B5EF4-FFF2-40B4-BE49-F238E27FC236}">
                <a16:creationId xmlns:a16="http://schemas.microsoft.com/office/drawing/2014/main" id="{A42EF41C-4509-4150-C0F1-83BB756ACF5F}"/>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97245299"/>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63662" y="561268"/>
            <a:ext cx="9264676" cy="5735465"/>
          </a:xfrm>
        </p:spPr>
        <p:txBody>
          <a:bodyPr anchor="ctr">
            <a:noAutofit/>
          </a:bodyPr>
          <a:lstStyle>
            <a:lvl1pPr marL="0" indent="0" algn="ctr">
              <a:lnSpc>
                <a:spcPct val="80000"/>
              </a:lnSpc>
              <a:buNone/>
              <a:defRPr lang="en-US" sz="6600" b="0" kern="1200" cap="all" baseline="0" dirty="0">
                <a:solidFill>
                  <a:schemeClr val="tx1"/>
                </a:solidFill>
                <a:latin typeface="+mj-lt"/>
                <a:ea typeface="+mj-ea"/>
                <a:cs typeface="+mj-cs"/>
              </a:defRPr>
            </a:lvl1pPr>
            <a:lvl2pPr marL="228600" indent="0" algn="ctr">
              <a:lnSpc>
                <a:spcPct val="80000"/>
              </a:lnSpc>
              <a:buNone/>
              <a:defRPr lang="en-US" sz="6600" b="0" kern="1200" cap="all" baseline="0" dirty="0">
                <a:solidFill>
                  <a:schemeClr val="tx1"/>
                </a:solidFill>
                <a:latin typeface="+mj-lt"/>
                <a:ea typeface="+mj-ea"/>
                <a:cs typeface="+mj-cs"/>
              </a:defRPr>
            </a:lvl2pPr>
            <a:lvl3pPr marL="457200" indent="0" algn="ctr">
              <a:lnSpc>
                <a:spcPct val="80000"/>
              </a:lnSpc>
              <a:buNone/>
              <a:defRPr lang="en-US" sz="6600" b="0" kern="1200" cap="all" baseline="0" dirty="0">
                <a:solidFill>
                  <a:schemeClr val="tx1"/>
                </a:solidFill>
                <a:latin typeface="+mj-lt"/>
                <a:ea typeface="+mj-ea"/>
                <a:cs typeface="+mj-cs"/>
              </a:defRPr>
            </a:lvl3pPr>
            <a:lvl4pPr marL="685800" indent="0" algn="ctr">
              <a:lnSpc>
                <a:spcPct val="100000"/>
              </a:lnSpc>
              <a:buNone/>
              <a:defRPr lang="en-US" sz="8000" b="1" kern="1200" cap="all" baseline="0" dirty="0">
                <a:solidFill>
                  <a:schemeClr val="tx1"/>
                </a:solidFill>
                <a:latin typeface="Playfair Display Black" pitchFamily="2" charset="0"/>
                <a:ea typeface="+mj-ea"/>
                <a:cs typeface="+mj-cs"/>
              </a:defRPr>
            </a:lvl4pPr>
            <a:lvl5pPr marL="914400" indent="0" algn="ctr">
              <a:lnSpc>
                <a:spcPct val="100000"/>
              </a:lnSpc>
              <a:buNone/>
              <a:defRPr lang="en-US" sz="8000" b="1" kern="1200" cap="all" baseline="0" dirty="0">
                <a:solidFill>
                  <a:schemeClr val="tx1"/>
                </a:solidFill>
                <a:latin typeface="Playfair Display Black" pitchFamily="2" charset="0"/>
                <a:ea typeface="+mj-ea"/>
                <a:cs typeface="+mj-cs"/>
              </a:defRPr>
            </a:lvl5pPr>
          </a:lstStyle>
          <a:p>
            <a:pPr lvl="0"/>
            <a:r>
              <a:rPr lang="en-US" dirty="0"/>
              <a:t>Click to add Statement</a:t>
            </a:r>
          </a:p>
          <a:p>
            <a:pPr lvl="1"/>
            <a:r>
              <a:rPr lang="en-US" dirty="0"/>
              <a:t>Second level</a:t>
            </a:r>
          </a:p>
          <a:p>
            <a:pPr lvl="2"/>
            <a:r>
              <a:rPr lang="en-US" dirty="0"/>
              <a:t>Third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E7C9592F-4A0D-4D12-B47E-4A7D843B26AD}" type="datetime1">
              <a:rPr lang="en-US" smtClean="0"/>
              <a:t>4/20/2026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dirty="0"/>
          </a:p>
        </p:txBody>
      </p:sp>
      <p:sp>
        <p:nvSpPr>
          <p:cNvPr id="9" name="Rectangle: Rounded Corners 8">
            <a:extLst>
              <a:ext uri="{FF2B5EF4-FFF2-40B4-BE49-F238E27FC236}">
                <a16:creationId xmlns:a16="http://schemas.microsoft.com/office/drawing/2014/main" id="{244775AE-F67F-CB44-1D87-AB4D287818A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14764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290F78A7-ED9B-4802-8C3B-8810C7632A95}" type="datetime1">
              <a:rPr lang="en-US" smtClean="0"/>
              <a:t>4/20/2026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dirty="0"/>
          </a:p>
        </p:txBody>
      </p:sp>
      <p:sp>
        <p:nvSpPr>
          <p:cNvPr id="6" name="Rectangle: Rounded Corners 5">
            <a:extLst>
              <a:ext uri="{FF2B5EF4-FFF2-40B4-BE49-F238E27FC236}">
                <a16:creationId xmlns:a16="http://schemas.microsoft.com/office/drawing/2014/main" id="{734D2A7D-7433-3BD7-B540-CAF81289672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083692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24F266F9-F826-45A4-93B2-4F421185E715}" type="datetime1">
              <a:rPr lang="en-US" smtClean="0"/>
              <a:t>4/20/2026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dirty="0"/>
          </a:p>
        </p:txBody>
      </p:sp>
      <p:sp>
        <p:nvSpPr>
          <p:cNvPr id="6" name="Rectangle: Rounded Corners 5">
            <a:extLst>
              <a:ext uri="{FF2B5EF4-FFF2-40B4-BE49-F238E27FC236}">
                <a16:creationId xmlns:a16="http://schemas.microsoft.com/office/drawing/2014/main" id="{0F6FAFB8-6136-DD3A-86C3-855ED940D6F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529681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34321655-180C-E5FF-5EBA-CB7C8C900534}"/>
              </a:ext>
            </a:extLst>
          </p:cNvPr>
          <p:cNvPicPr>
            <a:picLocks noChangeAspect="1"/>
          </p:cNvPicPr>
          <p:nvPr/>
        </p:nvPicPr>
        <p:blipFill>
          <a:blip r:embed="rId2">
            <a:extLst>
              <a:ext uri="{28A0092B-C50C-407E-A947-70E740481C1C}">
                <a14:useLocalDpi xmlns:a14="http://schemas.microsoft.com/office/drawing/2010/main" val="0"/>
              </a:ext>
            </a:extLst>
          </a:blip>
          <a:srcRect t="6267"/>
          <a:stretch/>
        </p:blipFill>
        <p:spPr>
          <a:xfrm>
            <a:off x="492638" y="0"/>
            <a:ext cx="4471248" cy="4191000"/>
          </a:xfrm>
          <a:prstGeom prst="rect">
            <a:avLst/>
          </a:prstGeom>
        </p:spPr>
      </p:pic>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2050322" y="5137616"/>
            <a:ext cx="8054173" cy="466344"/>
          </a:xfrm>
        </p:spPr>
        <p:txBody>
          <a:bodyPr anchor="ctr">
            <a:normAutofit/>
          </a:bodyPr>
          <a:lstStyle>
            <a:lvl1pPr>
              <a:lnSpc>
                <a:spcPct val="120000"/>
              </a:lnSpc>
              <a:defRPr sz="1800" cap="none" baseline="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393371" y="1188720"/>
            <a:ext cx="8593017" cy="2174966"/>
          </a:xfrm>
        </p:spPr>
        <p:txBody>
          <a:bodyPr anchor="b">
            <a:normAutofit/>
          </a:bodyPr>
          <a:lstStyle>
            <a:lvl1pPr marL="0" indent="-457200" defTabSz="914400">
              <a:lnSpc>
                <a:spcPct val="80000"/>
              </a:lnSpc>
              <a:spcBef>
                <a:spcPts val="0"/>
              </a:spcBef>
              <a:buNone/>
              <a:defRPr sz="45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DB6CF73C-93E7-489E-AE2B-E246A7DB6D93}" type="datetime1">
              <a:rPr lang="en-US" smtClean="0"/>
              <a:t>4/20/2026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2" name="Straight Connector 11">
            <a:extLst>
              <a:ext uri="{FF2B5EF4-FFF2-40B4-BE49-F238E27FC236}">
                <a16:creationId xmlns:a16="http://schemas.microsoft.com/office/drawing/2014/main" id="{0659926F-2327-8B2D-085E-499F8F38779A}"/>
              </a:ext>
            </a:extLst>
          </p:cNvPr>
          <p:cNvCxnSpPr/>
          <p:nvPr/>
        </p:nvCxnSpPr>
        <p:spPr>
          <a:xfrm>
            <a:off x="1551214" y="3477986"/>
            <a:ext cx="0" cy="1992085"/>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8997730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80000"/>
              </a:lnSpc>
              <a:spcBef>
                <a:spcPts val="0"/>
              </a:spcBef>
              <a:buNone/>
              <a:defRPr sz="40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A15AF2BE-7E3A-4323-8AD1-6D4FF44FD8E1}" type="datetime1">
              <a:rPr lang="en-US" smtClean="0"/>
              <a:t>4/20/2026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CF5A24BE-62EC-1D31-CC8C-91D6C09F8228}"/>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28971186"/>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790041" y="5669280"/>
            <a:ext cx="8805672"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80000"/>
              </a:lnSpc>
              <a:spcBef>
                <a:spcPts val="0"/>
              </a:spcBef>
              <a:buNone/>
              <a:defRPr sz="42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CB8FD7DB-FD7D-41C7-A7D0-5BAC7B3F1054}" type="datetime1">
              <a:rPr lang="en-US" smtClean="0"/>
              <a:t>4/20/2026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0CC92CDB-3DCC-F547-8EEC-BE14157A425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0318233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F63BBBA-62F7-DBEC-F9CF-7226CF22297D}"/>
              </a:ext>
            </a:extLst>
          </p:cNvPr>
          <p:cNvSpPr>
            <a:spLocks noGrp="1"/>
          </p:cNvSpPr>
          <p:nvPr>
            <p:ph type="title"/>
          </p:nvPr>
        </p:nvSpPr>
        <p:spPr>
          <a:xfrm>
            <a:off x="860893" y="907303"/>
            <a:ext cx="10465073" cy="1132258"/>
          </a:xfrm>
        </p:spPr>
        <p:txBody>
          <a:bodyPr/>
          <a:lstStyle/>
          <a:p>
            <a:r>
              <a:rPr lang="en-US"/>
              <a:t>Click to edit Master title style</a:t>
            </a:r>
            <a:endParaRPr lang="en-US" dirty="0"/>
          </a:p>
        </p:txBody>
      </p:sp>
      <p:sp>
        <p:nvSpPr>
          <p:cNvPr id="4" name="Text Placeholder 10">
            <a:extLst>
              <a:ext uri="{FF2B5EF4-FFF2-40B4-BE49-F238E27FC236}">
                <a16:creationId xmlns:a16="http://schemas.microsoft.com/office/drawing/2014/main" id="{70C6923B-FF9D-B437-5588-878AF0F8A070}"/>
              </a:ext>
            </a:extLst>
          </p:cNvPr>
          <p:cNvSpPr>
            <a:spLocks noGrp="1"/>
          </p:cNvSpPr>
          <p:nvPr>
            <p:ph type="body" sz="quarter" idx="13"/>
          </p:nvPr>
        </p:nvSpPr>
        <p:spPr>
          <a:xfrm>
            <a:off x="860892" y="2268121"/>
            <a:ext cx="5040809" cy="398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32312870-557C-564C-3520-F00CB9BF524F}"/>
              </a:ext>
            </a:extLst>
          </p:cNvPr>
          <p:cNvSpPr>
            <a:spLocks noGrp="1"/>
          </p:cNvSpPr>
          <p:nvPr>
            <p:ph type="body" sz="quarter" idx="15"/>
          </p:nvPr>
        </p:nvSpPr>
        <p:spPr>
          <a:xfrm>
            <a:off x="6285157" y="2268121"/>
            <a:ext cx="5040809" cy="398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7586B0B4-0F2D-499F-B46F-F681523A05A0}" type="datetime1">
              <a:rPr lang="en-US" smtClean="0"/>
              <a:t>4/20/2026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13" name="Rectangle: Rounded Corners 12">
            <a:extLst>
              <a:ext uri="{FF2B5EF4-FFF2-40B4-BE49-F238E27FC236}">
                <a16:creationId xmlns:a16="http://schemas.microsoft.com/office/drawing/2014/main" id="{FB15031E-7D6B-5DB2-0949-3226C3A6B5E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269083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94C7CB3-8309-EE97-00D8-73D90094F0D7}"/>
              </a:ext>
            </a:extLst>
          </p:cNvPr>
          <p:cNvSpPr>
            <a:spLocks noGrp="1"/>
          </p:cNvSpPr>
          <p:nvPr>
            <p:ph type="title"/>
          </p:nvPr>
        </p:nvSpPr>
        <p:spPr>
          <a:xfrm>
            <a:off x="860893" y="907303"/>
            <a:ext cx="10465073" cy="1132258"/>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860893" y="2268121"/>
            <a:ext cx="504080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Text Placeholder 2">
            <a:extLst>
              <a:ext uri="{FF2B5EF4-FFF2-40B4-BE49-F238E27FC236}">
                <a16:creationId xmlns:a16="http://schemas.microsoft.com/office/drawing/2014/main" id="{8CF4B8FC-8114-F896-19E9-61BFDBF1E798}"/>
              </a:ext>
            </a:extLst>
          </p:cNvPr>
          <p:cNvSpPr>
            <a:spLocks noGrp="1"/>
          </p:cNvSpPr>
          <p:nvPr>
            <p:ph type="body" idx="14"/>
          </p:nvPr>
        </p:nvSpPr>
        <p:spPr>
          <a:xfrm>
            <a:off x="6285158" y="2268121"/>
            <a:ext cx="504080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860892" y="2969987"/>
            <a:ext cx="5040809" cy="3278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0">
            <a:extLst>
              <a:ext uri="{FF2B5EF4-FFF2-40B4-BE49-F238E27FC236}">
                <a16:creationId xmlns:a16="http://schemas.microsoft.com/office/drawing/2014/main" id="{BA05586D-8745-CB79-26DE-BB05CF6BF805}"/>
              </a:ext>
            </a:extLst>
          </p:cNvPr>
          <p:cNvSpPr>
            <a:spLocks noGrp="1"/>
          </p:cNvSpPr>
          <p:nvPr>
            <p:ph type="body" sz="quarter" idx="15"/>
          </p:nvPr>
        </p:nvSpPr>
        <p:spPr>
          <a:xfrm>
            <a:off x="6285157" y="2969987"/>
            <a:ext cx="5040809" cy="3278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347132" y="6529916"/>
            <a:ext cx="3284341" cy="328084"/>
          </a:xfrm>
          <a:prstGeom prst="rect">
            <a:avLst/>
          </a:prstGeom>
        </p:spPr>
        <p:txBody>
          <a:bodyPr/>
          <a:lstStyle/>
          <a:p>
            <a:fld id="{01266551-E982-43FB-8EB6-73FB0E4FDF12}" type="datetime1">
              <a:rPr lang="en-US" smtClean="0"/>
              <a:t>4/20/2026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12" name="Rectangle: Rounded Corners 11">
            <a:extLst>
              <a:ext uri="{FF2B5EF4-FFF2-40B4-BE49-F238E27FC236}">
                <a16:creationId xmlns:a16="http://schemas.microsoft.com/office/drawing/2014/main" id="{E69FD757-76AB-74D2-BF21-512AF236806B}"/>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55431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7CF8608-BD7F-FDF6-C9FE-359BAFBCCEDE}"/>
              </a:ext>
            </a:extLst>
          </p:cNvPr>
          <p:cNvSpPr>
            <a:spLocks noGrp="1"/>
          </p:cNvSpPr>
          <p:nvPr>
            <p:ph type="title"/>
          </p:nvPr>
        </p:nvSpPr>
        <p:spPr>
          <a:xfrm>
            <a:off x="860893" y="907303"/>
            <a:ext cx="10465073" cy="1132258"/>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347132" y="6529916"/>
            <a:ext cx="3284341" cy="328084"/>
          </a:xfrm>
          <a:prstGeom prst="rect">
            <a:avLst/>
          </a:prstGeom>
        </p:spPr>
        <p:txBody>
          <a:bodyPr/>
          <a:lstStyle/>
          <a:p>
            <a:fld id="{6F57FA73-4BE2-4237-90E8-28123CE1B9FA}" type="datetime1">
              <a:rPr lang="en-US" smtClean="0"/>
              <a:t>4/20/2026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144ABFCC-D627-9493-2426-A6E5682EEBD4}"/>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4781916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347132" y="6529916"/>
            <a:ext cx="3284341" cy="328084"/>
          </a:xfrm>
          <a:prstGeom prst="rect">
            <a:avLst/>
          </a:prstGeom>
        </p:spPr>
        <p:txBody>
          <a:bodyPr/>
          <a:lstStyle/>
          <a:p>
            <a:fld id="{68BA1E88-22B3-4091-902C-19D6AD2267FE}" type="datetime1">
              <a:rPr lang="en-US" smtClean="0"/>
              <a:t>4/20/2026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5" name="Rectangle: Rounded Corners 4">
            <a:extLst>
              <a:ext uri="{FF2B5EF4-FFF2-40B4-BE49-F238E27FC236}">
                <a16:creationId xmlns:a16="http://schemas.microsoft.com/office/drawing/2014/main" id="{694126D0-8C62-BE14-DAD7-1281C05B8DCA}"/>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2606931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347132" y="6529916"/>
            <a:ext cx="3284341" cy="328084"/>
          </a:xfrm>
          <a:prstGeom prst="rect">
            <a:avLst/>
          </a:prstGeom>
        </p:spPr>
        <p:txBody>
          <a:bodyPr/>
          <a:lstStyle/>
          <a:p>
            <a:fld id="{82EFC53A-E163-43E4-9309-C62B24E59229}" type="datetime1">
              <a:rPr lang="en-US" smtClean="0"/>
              <a:t>4/20/2026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6875964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59536" y="1847088"/>
            <a:ext cx="7342307" cy="1133856"/>
          </a:xfrm>
        </p:spPr>
        <p:txBody>
          <a:bodyPr anchor="b">
            <a:noAutofit/>
          </a:bodyPr>
          <a:lstStyle>
            <a:lvl1pPr>
              <a:defRPr sz="6000">
                <a:latin typeface="+mj-lt"/>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59536" y="3594099"/>
            <a:ext cx="10472928"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F57D2C4C-3CEB-4A3F-A850-2A701BAB5B4F}" type="datetime1">
              <a:rPr lang="en-US" smtClean="0"/>
              <a:t>4/20/2026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60F630EC-9C35-9636-5C2F-9B305B2CCE3F}"/>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63847988"/>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515E74ED-2A6E-80D7-2247-FD12F261259F}"/>
              </a:ext>
            </a:extLst>
          </p:cNvPr>
          <p:cNvPicPr>
            <a:picLocks noChangeAspect="1"/>
          </p:cNvPicPr>
          <p:nvPr/>
        </p:nvPicPr>
        <p:blipFill>
          <a:blip r:embed="rId2">
            <a:extLst>
              <a:ext uri="{28A0092B-C50C-407E-A947-70E740481C1C}">
                <a14:useLocalDpi xmlns:a14="http://schemas.microsoft.com/office/drawing/2010/main" val="0"/>
              </a:ext>
            </a:extLst>
          </a:blip>
          <a:srcRect t="47100"/>
          <a:stretch/>
        </p:blipFill>
        <p:spPr>
          <a:xfrm>
            <a:off x="462641" y="0"/>
            <a:ext cx="8989429" cy="475542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30857" y="3603170"/>
            <a:ext cx="7014009" cy="1507672"/>
          </a:xfrm>
        </p:spPr>
        <p:txBody>
          <a:bodyPr anchor="b">
            <a:noAutofit/>
          </a:bodyPr>
          <a:lstStyle>
            <a:lvl1pPr>
              <a:defRPr sz="4500">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484133" y="5480958"/>
            <a:ext cx="6360733" cy="744158"/>
          </a:xfrm>
        </p:spPr>
        <p:txBody>
          <a:bodyPr anchor="b">
            <a:noAutofit/>
          </a:bodyPr>
          <a:lstStyle>
            <a:lvl1pPr marL="0" indent="0">
              <a:lnSpc>
                <a:spcPct val="110000"/>
              </a:lnSpc>
              <a:buNone/>
              <a:defRPr sz="1800"/>
            </a:lvl1pPr>
            <a:lvl2pPr marL="228600" indent="0">
              <a:lnSpc>
                <a:spcPct val="110000"/>
              </a:lnSpc>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1ABC5762-7F5E-4C8D-B27D-8990A68BB18F}" type="datetime1">
              <a:rPr lang="en-US" smtClean="0"/>
              <a:t>4/20/2026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1" name="Straight Connector 10">
            <a:extLst>
              <a:ext uri="{FF2B5EF4-FFF2-40B4-BE49-F238E27FC236}">
                <a16:creationId xmlns:a16="http://schemas.microsoft.com/office/drawing/2014/main" id="{BB055BD5-F132-7EB0-787E-04988310DC8B}"/>
              </a:ext>
            </a:extLst>
          </p:cNvPr>
          <p:cNvCxnSpPr>
            <a:cxnSpLocks/>
          </p:cNvCxnSpPr>
          <p:nvPr/>
        </p:nvCxnSpPr>
        <p:spPr>
          <a:xfrm>
            <a:off x="4985657" y="5238749"/>
            <a:ext cx="0" cy="882741"/>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2196322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Autofit/>
          </a:bodyPr>
          <a:lstStyle/>
          <a:p>
            <a:r>
              <a:rPr lang="en-US" dirty="0"/>
              <a:t>Click to edit Master </a:t>
            </a:r>
            <a:br>
              <a:rPr lang="en-US" dirty="0"/>
            </a:br>
            <a:r>
              <a:rPr lang="en-US" dirty="0"/>
              <a:t>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47132" y="6529916"/>
            <a:ext cx="3284341" cy="328084"/>
          </a:xfrm>
          <a:prstGeom prst="rect">
            <a:avLst/>
          </a:prstGeom>
        </p:spPr>
        <p:txBody>
          <a:bodyPr vert="horz" lIns="91440" tIns="45720" rIns="91440" bIns="45720" rtlCol="0" anchor="ctr"/>
          <a:lstStyle>
            <a:lvl1pPr algn="l">
              <a:defRPr sz="900">
                <a:solidFill>
                  <a:schemeClr val="tx1"/>
                </a:solidFill>
              </a:defRPr>
            </a:lvl1pPr>
          </a:lstStyle>
          <a:p>
            <a:fld id="{665DFBE8-81F4-46A1-BB38-C49D79C4F68D}" type="datetime1">
              <a:rPr lang="en-US" smtClean="0"/>
              <a:t>4/20/2026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660019" y="6529916"/>
            <a:ext cx="2805405" cy="328084"/>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15660" y="6529916"/>
            <a:ext cx="429207" cy="328084"/>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974754636"/>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 id="2147483844" r:id="rId18"/>
    <p:sldLayoutId id="2147483845" r:id="rId19"/>
    <p:sldLayoutId id="2147483846" r:id="rId20"/>
    <p:sldLayoutId id="2147483847" r:id="rId21"/>
    <p:sldLayoutId id="2147483848" r:id="rId22"/>
    <p:sldLayoutId id="2147483849" r:id="rId23"/>
    <p:sldLayoutId id="2147483850" r:id="rId24"/>
    <p:sldLayoutId id="2147483851" r:id="rId25"/>
    <p:sldLayoutId id="2147483852" r:id="rId26"/>
    <p:sldLayoutId id="2147483853" r:id="rId27"/>
    <p:sldLayoutId id="2147483854" r:id="rId28"/>
    <p:sldLayoutId id="2147483855" r:id="rId29"/>
    <p:sldLayoutId id="2147483856" r:id="rId30"/>
    <p:sldLayoutId id="2147483857" r:id="rId31"/>
    <p:sldLayoutId id="2147483858" r:id="rId32"/>
    <p:sldLayoutId id="2147483859" r:id="rId33"/>
    <p:sldLayoutId id="2147483860" r:id="rId34"/>
    <p:sldLayoutId id="2147483861" r:id="rId35"/>
    <p:sldLayoutId id="2147483862" r:id="rId36"/>
    <p:sldLayoutId id="2147483877" r:id="rId37"/>
    <p:sldLayoutId id="2147483863" r:id="rId38"/>
    <p:sldLayoutId id="2147483864" r:id="rId39"/>
    <p:sldLayoutId id="2147483865" r:id="rId40"/>
    <p:sldLayoutId id="2147483866" r:id="rId41"/>
    <p:sldLayoutId id="2147483867" r:id="rId42"/>
    <p:sldLayoutId id="2147483868" r:id="rId43"/>
    <p:sldLayoutId id="2147483869" r:id="rId44"/>
    <p:sldLayoutId id="2147483870" r:id="rId45"/>
    <p:sldLayoutId id="2147483871" r:id="rId46"/>
    <p:sldLayoutId id="2147483872" r:id="rId47"/>
    <p:sldLayoutId id="2147483873" r:id="rId48"/>
    <p:sldLayoutId id="2147483874" r:id="rId49"/>
    <p:sldLayoutId id="2147483875" r:id="rId50"/>
    <p:sldLayoutId id="2147483876" r:id="rId51"/>
    <p:sldLayoutId id="2147483878" r:id="rId52"/>
    <p:sldLayoutId id="2147483879" r:id="rId53"/>
  </p:sldLayoutIdLst>
  <p:hf sldNum="0" hdr="0" ftr="0" dt="0"/>
  <p:txStyles>
    <p:titleStyle>
      <a:lvl1pPr algn="l" defTabSz="914400" rtl="0" eaLnBrk="1" latinLnBrk="0" hangingPunct="1">
        <a:lnSpc>
          <a:spcPct val="80000"/>
        </a:lnSpc>
        <a:spcBef>
          <a:spcPct val="0"/>
        </a:spcBef>
        <a:buNone/>
        <a:defRPr sz="4500" b="0" kern="1200" cap="all" spc="50" baseline="0">
          <a:solidFill>
            <a:schemeClr val="tx1"/>
          </a:solidFill>
          <a:latin typeface="+mj-lt"/>
          <a:ea typeface="+mj-ea"/>
          <a:cs typeface="+mj-cs"/>
        </a:defRPr>
      </a:lvl1pPr>
    </p:titleStyle>
    <p:bodyStyle>
      <a:lvl1pPr marL="228600" indent="-228600" algn="l" defTabSz="914400" rtl="0" eaLnBrk="1" latinLnBrk="0" hangingPunct="1">
        <a:lnSpc>
          <a:spcPct val="14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40000"/>
        </a:lnSpc>
        <a:spcBef>
          <a:spcPts val="500"/>
        </a:spcBef>
        <a:buFont typeface="Arial" panose="020B0604020202020204" pitchFamily="34" charset="0"/>
        <a:buChar char="•"/>
        <a:defRPr sz="1200" kern="1200">
          <a:solidFill>
            <a:schemeClr val="tx1"/>
          </a:solidFill>
          <a:latin typeface="+mn-lt"/>
          <a:ea typeface="+mn-ea"/>
          <a:cs typeface="+mn-cs"/>
        </a:defRPr>
      </a:lvl2pPr>
      <a:lvl3pPr marL="685800" indent="-228600" algn="l" defTabSz="914400" rtl="0" eaLnBrk="1" latinLnBrk="0" hangingPunct="1">
        <a:lnSpc>
          <a:spcPct val="140000"/>
        </a:lnSpc>
        <a:spcBef>
          <a:spcPts val="500"/>
        </a:spcBef>
        <a:buFont typeface="Arial" panose="020B0604020202020204" pitchFamily="34" charset="0"/>
        <a:buChar char="•"/>
        <a:defRPr sz="1100" kern="1200">
          <a:solidFill>
            <a:schemeClr val="tx1"/>
          </a:solidFill>
          <a:latin typeface="+mn-lt"/>
          <a:ea typeface="+mn-ea"/>
          <a:cs typeface="+mn-cs"/>
        </a:defRPr>
      </a:lvl3pPr>
      <a:lvl4pPr marL="914400" indent="-228600" algn="l" defTabSz="914400" rtl="0" eaLnBrk="1" latinLnBrk="0" hangingPunct="1">
        <a:lnSpc>
          <a:spcPct val="140000"/>
        </a:lnSpc>
        <a:spcBef>
          <a:spcPts val="500"/>
        </a:spcBef>
        <a:buFont typeface="Arial" panose="020B0604020202020204" pitchFamily="34" charset="0"/>
        <a:buChar char="•"/>
        <a:defRPr sz="1050" kern="1200">
          <a:solidFill>
            <a:schemeClr val="tx1"/>
          </a:solidFill>
          <a:latin typeface="+mn-lt"/>
          <a:ea typeface="+mn-ea"/>
          <a:cs typeface="+mn-cs"/>
        </a:defRPr>
      </a:lvl4pPr>
      <a:lvl5pPr marL="1143000" indent="-228600" algn="l" defTabSz="914400" rtl="0" eaLnBrk="1" latinLnBrk="0" hangingPunct="1">
        <a:lnSpc>
          <a:spcPct val="14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47.xml"/><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7.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47.xml"/><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57989-07E4-B482-9F2A-EBF670F7FA92}"/>
              </a:ext>
            </a:extLst>
          </p:cNvPr>
          <p:cNvSpPr>
            <a:spLocks noGrp="1"/>
          </p:cNvSpPr>
          <p:nvPr>
            <p:ph type="title"/>
          </p:nvPr>
        </p:nvSpPr>
        <p:spPr>
          <a:xfrm>
            <a:off x="1930708" y="2573327"/>
            <a:ext cx="8686801" cy="2565902"/>
          </a:xfrm>
        </p:spPr>
        <p:txBody>
          <a:bodyPr>
            <a:normAutofit/>
          </a:bodyPr>
          <a:lstStyle/>
          <a:p>
            <a:r>
              <a:rPr lang="en-US" dirty="0"/>
              <a:t>Investigating the NFL 4th Down</a:t>
            </a:r>
          </a:p>
        </p:txBody>
      </p:sp>
      <p:sp>
        <p:nvSpPr>
          <p:cNvPr id="3" name="Subtitle 2">
            <a:extLst>
              <a:ext uri="{FF2B5EF4-FFF2-40B4-BE49-F238E27FC236}">
                <a16:creationId xmlns:a16="http://schemas.microsoft.com/office/drawing/2014/main" id="{363CF5F8-0028-8636-5006-5D5C52B32774}"/>
              </a:ext>
            </a:extLst>
          </p:cNvPr>
          <p:cNvSpPr>
            <a:spLocks noGrp="1"/>
          </p:cNvSpPr>
          <p:nvPr>
            <p:ph type="body" sz="quarter" idx="13"/>
          </p:nvPr>
        </p:nvSpPr>
        <p:spPr>
          <a:xfrm>
            <a:off x="1346090" y="1490169"/>
            <a:ext cx="3402555" cy="784008"/>
          </a:xfrm>
        </p:spPr>
        <p:txBody>
          <a:bodyPr>
            <a:normAutofit fontScale="92500" lnSpcReduction="20000"/>
          </a:bodyPr>
          <a:lstStyle/>
          <a:p>
            <a:r>
              <a:rPr lang="en-US" dirty="0"/>
              <a:t>Presented by Julia Griese</a:t>
            </a:r>
          </a:p>
          <a:p>
            <a:r>
              <a:rPr lang="en-US" dirty="0"/>
              <a:t>CMSE 201 SS26</a:t>
            </a:r>
          </a:p>
        </p:txBody>
      </p:sp>
    </p:spTree>
    <p:extLst>
      <p:ext uri="{BB962C8B-B14F-4D97-AF65-F5344CB8AC3E}">
        <p14:creationId xmlns:p14="http://schemas.microsoft.com/office/powerpoint/2010/main" val="1773831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66960-6EB7-5543-D7E2-21C56C333DC6}"/>
              </a:ext>
            </a:extLst>
          </p:cNvPr>
          <p:cNvSpPr>
            <a:spLocks noGrp="1"/>
          </p:cNvSpPr>
          <p:nvPr>
            <p:ph type="title"/>
          </p:nvPr>
        </p:nvSpPr>
        <p:spPr/>
        <p:txBody>
          <a:bodyPr/>
          <a:lstStyle/>
          <a:p>
            <a:r>
              <a:rPr lang="en-US" dirty="0"/>
              <a:t>Context</a:t>
            </a:r>
          </a:p>
        </p:txBody>
      </p:sp>
      <p:sp>
        <p:nvSpPr>
          <p:cNvPr id="4" name="Content Placeholder 3">
            <a:extLst>
              <a:ext uri="{FF2B5EF4-FFF2-40B4-BE49-F238E27FC236}">
                <a16:creationId xmlns:a16="http://schemas.microsoft.com/office/drawing/2014/main" id="{B13F8784-BBAD-BB37-B9F5-F051AC165C8C}"/>
              </a:ext>
            </a:extLst>
          </p:cNvPr>
          <p:cNvSpPr>
            <a:spLocks noGrp="1"/>
          </p:cNvSpPr>
          <p:nvPr>
            <p:ph idx="1"/>
          </p:nvPr>
        </p:nvSpPr>
        <p:spPr>
          <a:xfrm>
            <a:off x="860893" y="1723400"/>
            <a:ext cx="10465073" cy="4760525"/>
          </a:xfrm>
        </p:spPr>
        <p:txBody>
          <a:bodyPr>
            <a:normAutofit/>
          </a:bodyPr>
          <a:lstStyle/>
          <a:p>
            <a:r>
              <a:rPr lang="en-US" dirty="0"/>
              <a:t>I obtained the NFL Team Stats 2002 - Feb. 2026 (ESPN) dataset through Kaggle. It includes over 60 variables including date, team matchups, score, first downs, second downs, third downs, fourth downs, sacks, rushing yards, penalty yards, and many more football statistics!</a:t>
            </a:r>
          </a:p>
          <a:p>
            <a:r>
              <a:rPr lang="en-US" dirty="0"/>
              <a:t>Dataset Inefficiencies:  </a:t>
            </a:r>
          </a:p>
          <a:p>
            <a:pPr lvl="1"/>
            <a:r>
              <a:rPr lang="en-US" dirty="0"/>
              <a:t>Incomplete statistics are all listed as a “0”</a:t>
            </a:r>
          </a:p>
          <a:p>
            <a:pPr lvl="1"/>
            <a:r>
              <a:rPr lang="en-US" dirty="0"/>
              <a:t>Only includes team data, does not include individual player data, team locations, or notes on extreme circumstance games</a:t>
            </a:r>
          </a:p>
          <a:p>
            <a:pPr lvl="1"/>
            <a:r>
              <a:rPr lang="en-US" dirty="0"/>
              <a:t>Includes large amounts of data, requiring timely and careful manipulation</a:t>
            </a:r>
          </a:p>
          <a:p>
            <a:r>
              <a:rPr lang="en-US" dirty="0"/>
              <a:t>Assumptions</a:t>
            </a:r>
          </a:p>
          <a:p>
            <a:pPr lvl="1"/>
            <a:r>
              <a:rPr lang="en-US" dirty="0"/>
              <a:t>A 4th down is the offensive team's last attempt to try and gain the necessary yards. Failing to do so results in the opposing team getting the football at that mark. This means the offensive team must make the decision to either punt it further away for the opposing team to receive, try to kick a field goal for 3 points, or risk losing the ball by going for the remaining yards</a:t>
            </a:r>
          </a:p>
          <a:p>
            <a:pPr lvl="1"/>
            <a:r>
              <a:rPr lang="en-US" dirty="0"/>
              <a:t>I am assuming that each attempt comes from a full-time, officiated game</a:t>
            </a:r>
          </a:p>
          <a:p>
            <a:pPr lvl="1"/>
            <a:endParaRPr lang="en-US" dirty="0"/>
          </a:p>
          <a:p>
            <a:pPr lvl="1"/>
            <a:endParaRPr lang="en-US" dirty="0"/>
          </a:p>
          <a:p>
            <a:pPr marL="228600" lvl="1" indent="0">
              <a:buNone/>
            </a:pPr>
            <a:endParaRPr lang="en-US" dirty="0"/>
          </a:p>
          <a:p>
            <a:pPr marL="0" indent="0">
              <a:buNone/>
            </a:pPr>
            <a:endParaRPr lang="en-US" dirty="0"/>
          </a:p>
          <a:p>
            <a:pPr marL="0" indent="0">
              <a:buNone/>
            </a:pPr>
            <a:endParaRPr lang="en-US" sz="1600" dirty="0"/>
          </a:p>
          <a:p>
            <a:pPr lvl="1"/>
            <a:endParaRPr lang="en-US" sz="1600" dirty="0"/>
          </a:p>
          <a:p>
            <a:pPr lvl="1"/>
            <a:endParaRPr lang="en-US" dirty="0"/>
          </a:p>
          <a:p>
            <a:pPr lvl="1"/>
            <a:endParaRPr lang="en-US" dirty="0"/>
          </a:p>
        </p:txBody>
      </p:sp>
    </p:spTree>
    <p:extLst>
      <p:ext uri="{BB962C8B-B14F-4D97-AF65-F5344CB8AC3E}">
        <p14:creationId xmlns:p14="http://schemas.microsoft.com/office/powerpoint/2010/main" val="2123826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FC37F-7963-D502-C046-93B348A5C53B}"/>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D851ABFC-694C-F296-9809-DECBA9DA0CF3}"/>
              </a:ext>
            </a:extLst>
          </p:cNvPr>
          <p:cNvSpPr>
            <a:spLocks noGrp="1"/>
          </p:cNvSpPr>
          <p:nvPr>
            <p:ph idx="1"/>
          </p:nvPr>
        </p:nvSpPr>
        <p:spPr/>
        <p:txBody>
          <a:bodyPr>
            <a:normAutofit/>
          </a:bodyPr>
          <a:lstStyle/>
          <a:p>
            <a:pPr lvl="1">
              <a:buFont typeface="Courier New" panose="02070309020205020404" pitchFamily="49" charset="0"/>
              <a:buChar char="o"/>
            </a:pPr>
            <a:r>
              <a:rPr lang="en-US" sz="2400" dirty="0"/>
              <a:t>As the game and play styles have changed, have 4th down attempts generally increased or decreased?</a:t>
            </a:r>
          </a:p>
          <a:p>
            <a:pPr marL="228600" lvl="1" indent="0">
              <a:buNone/>
            </a:pPr>
            <a:endParaRPr lang="en-US" sz="2400" dirty="0"/>
          </a:p>
          <a:p>
            <a:pPr lvl="1">
              <a:buFont typeface="Courier New" panose="02070309020205020404" pitchFamily="49" charset="0"/>
              <a:buChar char="o"/>
            </a:pPr>
            <a:r>
              <a:rPr lang="en-US" sz="2400" dirty="0"/>
              <a:t>What other teams or factors are associated with higher 4th down attempts?</a:t>
            </a:r>
          </a:p>
        </p:txBody>
      </p:sp>
    </p:spTree>
    <p:extLst>
      <p:ext uri="{BB962C8B-B14F-4D97-AF65-F5344CB8AC3E}">
        <p14:creationId xmlns:p14="http://schemas.microsoft.com/office/powerpoint/2010/main" val="3679514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998EB-4E6C-9CB0-DF40-36D2034FC5D0}"/>
              </a:ext>
            </a:extLst>
          </p:cNvPr>
          <p:cNvSpPr>
            <a:spLocks noGrp="1"/>
          </p:cNvSpPr>
          <p:nvPr>
            <p:ph type="title"/>
          </p:nvPr>
        </p:nvSpPr>
        <p:spPr>
          <a:xfrm>
            <a:off x="569947" y="578737"/>
            <a:ext cx="10465073" cy="786415"/>
          </a:xfrm>
        </p:spPr>
        <p:txBody>
          <a:bodyPr/>
          <a:lstStyle/>
          <a:p>
            <a:r>
              <a:rPr lang="en-US" dirty="0"/>
              <a:t>Results</a:t>
            </a:r>
          </a:p>
        </p:txBody>
      </p:sp>
      <p:sp>
        <p:nvSpPr>
          <p:cNvPr id="3" name="Text Placeholder 2">
            <a:extLst>
              <a:ext uri="{FF2B5EF4-FFF2-40B4-BE49-F238E27FC236}">
                <a16:creationId xmlns:a16="http://schemas.microsoft.com/office/drawing/2014/main" id="{6B99D9A7-5786-8405-A634-911919CB647B}"/>
              </a:ext>
            </a:extLst>
          </p:cNvPr>
          <p:cNvSpPr>
            <a:spLocks noGrp="1"/>
          </p:cNvSpPr>
          <p:nvPr>
            <p:ph type="body" sz="quarter" idx="13"/>
          </p:nvPr>
        </p:nvSpPr>
        <p:spPr>
          <a:xfrm>
            <a:off x="863464" y="1273324"/>
            <a:ext cx="10465072" cy="1132610"/>
          </a:xfrm>
        </p:spPr>
        <p:txBody>
          <a:bodyPr>
            <a:normAutofit/>
          </a:bodyPr>
          <a:lstStyle/>
          <a:p>
            <a:pPr marL="0" indent="0">
              <a:buNone/>
            </a:pPr>
            <a:r>
              <a:rPr lang="en-US" dirty="0"/>
              <a:t>To analyze the 4th down most closely, I looked at averages by season, game, and even drive. I found that the average attempts per drive was the most accurate in determining 4th down aggression. Using </a:t>
            </a:r>
            <a:r>
              <a:rPr lang="en-US" dirty="0" err="1"/>
              <a:t>curve_fit</a:t>
            </a:r>
            <a:r>
              <a:rPr lang="en-US" dirty="0"/>
              <a:t>, I made an approximate line of best fit for these two plots. </a:t>
            </a:r>
          </a:p>
        </p:txBody>
      </p:sp>
      <p:pic>
        <p:nvPicPr>
          <p:cNvPr id="8" name="Picture 7">
            <a:extLst>
              <a:ext uri="{FF2B5EF4-FFF2-40B4-BE49-F238E27FC236}">
                <a16:creationId xmlns:a16="http://schemas.microsoft.com/office/drawing/2014/main" id="{E9EDE3D1-1305-6DDB-5486-1BCDDB5CE829}"/>
              </a:ext>
            </a:extLst>
          </p:cNvPr>
          <p:cNvPicPr>
            <a:picLocks noChangeAspect="1"/>
          </p:cNvPicPr>
          <p:nvPr/>
        </p:nvPicPr>
        <p:blipFill>
          <a:blip r:embed="rId3"/>
          <a:stretch>
            <a:fillRect/>
          </a:stretch>
        </p:blipFill>
        <p:spPr>
          <a:xfrm>
            <a:off x="5860472" y="2490702"/>
            <a:ext cx="5174547" cy="3449698"/>
          </a:xfrm>
          <a:prstGeom prst="rect">
            <a:avLst/>
          </a:prstGeom>
        </p:spPr>
      </p:pic>
      <p:pic>
        <p:nvPicPr>
          <p:cNvPr id="10" name="Picture 9">
            <a:extLst>
              <a:ext uri="{FF2B5EF4-FFF2-40B4-BE49-F238E27FC236}">
                <a16:creationId xmlns:a16="http://schemas.microsoft.com/office/drawing/2014/main" id="{5D1054AC-DF19-4BE3-A996-54547D1DFA77}"/>
              </a:ext>
            </a:extLst>
          </p:cNvPr>
          <p:cNvPicPr>
            <a:picLocks noChangeAspect="1"/>
          </p:cNvPicPr>
          <p:nvPr/>
        </p:nvPicPr>
        <p:blipFill>
          <a:blip r:embed="rId4"/>
          <a:stretch>
            <a:fillRect/>
          </a:stretch>
        </p:blipFill>
        <p:spPr>
          <a:xfrm>
            <a:off x="863464" y="2530958"/>
            <a:ext cx="4692145" cy="3258758"/>
          </a:xfrm>
          <a:prstGeom prst="rect">
            <a:avLst/>
          </a:prstGeom>
        </p:spPr>
      </p:pic>
      <p:sp>
        <p:nvSpPr>
          <p:cNvPr id="11" name="TextBox 10">
            <a:extLst>
              <a:ext uri="{FF2B5EF4-FFF2-40B4-BE49-F238E27FC236}">
                <a16:creationId xmlns:a16="http://schemas.microsoft.com/office/drawing/2014/main" id="{84D9E22D-0AA8-EF7D-BB4A-0D2C2863AE8E}"/>
              </a:ext>
            </a:extLst>
          </p:cNvPr>
          <p:cNvSpPr txBox="1"/>
          <p:nvPr/>
        </p:nvSpPr>
        <p:spPr>
          <a:xfrm>
            <a:off x="1640883" y="5825653"/>
            <a:ext cx="4680393" cy="369332"/>
          </a:xfrm>
          <a:prstGeom prst="rect">
            <a:avLst/>
          </a:prstGeom>
          <a:noFill/>
        </p:spPr>
        <p:txBody>
          <a:bodyPr wrap="square" rtlCol="0">
            <a:spAutoFit/>
          </a:bodyPr>
          <a:lstStyle/>
          <a:p>
            <a:r>
              <a:rPr lang="en-US" dirty="0"/>
              <a:t>Slope of best fit line = 15.4</a:t>
            </a:r>
          </a:p>
        </p:txBody>
      </p:sp>
      <p:sp>
        <p:nvSpPr>
          <p:cNvPr id="12" name="TextBox 11">
            <a:extLst>
              <a:ext uri="{FF2B5EF4-FFF2-40B4-BE49-F238E27FC236}">
                <a16:creationId xmlns:a16="http://schemas.microsoft.com/office/drawing/2014/main" id="{B7AB2A46-5F9B-F115-8A39-B915A7B34D85}"/>
              </a:ext>
            </a:extLst>
          </p:cNvPr>
          <p:cNvSpPr txBox="1"/>
          <p:nvPr/>
        </p:nvSpPr>
        <p:spPr>
          <a:xfrm>
            <a:off x="6538605" y="5825653"/>
            <a:ext cx="4680393" cy="646331"/>
          </a:xfrm>
          <a:prstGeom prst="rect">
            <a:avLst/>
          </a:prstGeom>
          <a:noFill/>
        </p:spPr>
        <p:txBody>
          <a:bodyPr wrap="square" rtlCol="0">
            <a:spAutoFit/>
          </a:bodyPr>
          <a:lstStyle/>
          <a:p>
            <a:r>
              <a:rPr lang="en-US" dirty="0"/>
              <a:t>Slope of best fit line = 0.0032</a:t>
            </a:r>
          </a:p>
          <a:p>
            <a:endParaRPr lang="en-US" dirty="0"/>
          </a:p>
        </p:txBody>
      </p:sp>
      <p:sp>
        <p:nvSpPr>
          <p:cNvPr id="15" name="TextBox 14">
            <a:extLst>
              <a:ext uri="{FF2B5EF4-FFF2-40B4-BE49-F238E27FC236}">
                <a16:creationId xmlns:a16="http://schemas.microsoft.com/office/drawing/2014/main" id="{A88FE215-15C4-F0E4-CE60-C4C61E4FECE9}"/>
              </a:ext>
            </a:extLst>
          </p:cNvPr>
          <p:cNvSpPr txBox="1"/>
          <p:nvPr/>
        </p:nvSpPr>
        <p:spPr>
          <a:xfrm>
            <a:off x="480762" y="5226978"/>
            <a:ext cx="1244130" cy="1428214"/>
          </a:xfrm>
          <a:prstGeom prst="teardrop">
            <a:avLst>
              <a:gd name="adj" fmla="val 103186"/>
            </a:avLst>
          </a:prstGeom>
          <a:solidFill>
            <a:schemeClr val="accent3">
              <a:lumMod val="90000"/>
            </a:schemeClr>
          </a:solidFill>
        </p:spPr>
        <p:txBody>
          <a:bodyPr wrap="square" rtlCol="0">
            <a:spAutoFit/>
          </a:bodyPr>
          <a:lstStyle/>
          <a:p>
            <a:r>
              <a:rPr lang="en-US" sz="1000" dirty="0"/>
              <a:t>Inflated by increase in regular season games! (16 to 17)</a:t>
            </a:r>
          </a:p>
        </p:txBody>
      </p:sp>
    </p:spTree>
    <p:extLst>
      <p:ext uri="{BB962C8B-B14F-4D97-AF65-F5344CB8AC3E}">
        <p14:creationId xmlns:p14="http://schemas.microsoft.com/office/powerpoint/2010/main" val="25238189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A8CAA-1CF0-B99D-3E34-710E1A3AC1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DC4CCA-5E53-E30C-68C0-300F6EF3305C}"/>
              </a:ext>
            </a:extLst>
          </p:cNvPr>
          <p:cNvSpPr>
            <a:spLocks noGrp="1"/>
          </p:cNvSpPr>
          <p:nvPr>
            <p:ph type="title"/>
          </p:nvPr>
        </p:nvSpPr>
        <p:spPr>
          <a:xfrm>
            <a:off x="569947" y="578737"/>
            <a:ext cx="10465073" cy="786415"/>
          </a:xfrm>
        </p:spPr>
        <p:txBody>
          <a:bodyPr/>
          <a:lstStyle/>
          <a:p>
            <a:r>
              <a:rPr lang="en-US" dirty="0"/>
              <a:t>Results</a:t>
            </a:r>
          </a:p>
        </p:txBody>
      </p:sp>
      <p:sp>
        <p:nvSpPr>
          <p:cNvPr id="3" name="Text Placeholder 2">
            <a:extLst>
              <a:ext uri="{FF2B5EF4-FFF2-40B4-BE49-F238E27FC236}">
                <a16:creationId xmlns:a16="http://schemas.microsoft.com/office/drawing/2014/main" id="{715CC7D0-7872-6474-E8C6-8BFC24135EF4}"/>
              </a:ext>
            </a:extLst>
          </p:cNvPr>
          <p:cNvSpPr>
            <a:spLocks noGrp="1"/>
          </p:cNvSpPr>
          <p:nvPr>
            <p:ph type="body" sz="quarter" idx="13"/>
          </p:nvPr>
        </p:nvSpPr>
        <p:spPr>
          <a:xfrm>
            <a:off x="863464" y="1572285"/>
            <a:ext cx="10465072" cy="1132610"/>
          </a:xfrm>
        </p:spPr>
        <p:txBody>
          <a:bodyPr>
            <a:normAutofit/>
          </a:bodyPr>
          <a:lstStyle/>
          <a:p>
            <a:pPr marL="0" indent="0">
              <a:buNone/>
            </a:pPr>
            <a:r>
              <a:rPr lang="en-US" dirty="0"/>
              <a:t>In considering factors that affect 4</a:t>
            </a:r>
            <a:r>
              <a:rPr lang="en-US" baseline="30000" dirty="0"/>
              <a:t>th</a:t>
            </a:r>
            <a:r>
              <a:rPr lang="en-US" dirty="0"/>
              <a:t> down attempts, I analyzed the 4</a:t>
            </a:r>
            <a:r>
              <a:rPr lang="en-US" baseline="30000" dirty="0"/>
              <a:t>th</a:t>
            </a:r>
            <a:r>
              <a:rPr lang="en-US" dirty="0"/>
              <a:t> down attempt average per game of home versus away teams using </a:t>
            </a:r>
            <a:r>
              <a:rPr lang="en-US" dirty="0" err="1"/>
              <a:t>numpy</a:t>
            </a:r>
            <a:r>
              <a:rPr lang="en-US" dirty="0"/>
              <a:t> calculations. </a:t>
            </a:r>
          </a:p>
        </p:txBody>
      </p:sp>
      <p:sp>
        <p:nvSpPr>
          <p:cNvPr id="6" name="TextBox 5">
            <a:extLst>
              <a:ext uri="{FF2B5EF4-FFF2-40B4-BE49-F238E27FC236}">
                <a16:creationId xmlns:a16="http://schemas.microsoft.com/office/drawing/2014/main" id="{2283F987-19E1-0B21-E928-F8B4D7BD7856}"/>
              </a:ext>
            </a:extLst>
          </p:cNvPr>
          <p:cNvSpPr txBox="1"/>
          <p:nvPr/>
        </p:nvSpPr>
        <p:spPr>
          <a:xfrm>
            <a:off x="863464" y="2670669"/>
            <a:ext cx="4453219" cy="1246495"/>
          </a:xfrm>
          <a:prstGeom prst="rect">
            <a:avLst/>
          </a:prstGeom>
          <a:noFill/>
        </p:spPr>
        <p:txBody>
          <a:bodyPr wrap="square" rtlCol="0">
            <a:spAutoFit/>
          </a:bodyPr>
          <a:lstStyle/>
          <a:p>
            <a:pPr marL="285750" indent="-285750">
              <a:buFont typeface="Arial" panose="020B0604020202020204" pitchFamily="34" charset="0"/>
              <a:buChar char="•"/>
            </a:pPr>
            <a:r>
              <a:rPr lang="en-US" sz="1500" dirty="0"/>
              <a:t>Average 4th down attempts by </a:t>
            </a:r>
            <a:r>
              <a:rPr lang="en-US" sz="1500" u="sng" dirty="0"/>
              <a:t>home</a:t>
            </a:r>
            <a:r>
              <a:rPr lang="en-US" sz="1500" dirty="0"/>
              <a:t> team per game: 1.045</a:t>
            </a:r>
          </a:p>
          <a:p>
            <a:endParaRPr lang="en-US" sz="1500" dirty="0"/>
          </a:p>
          <a:p>
            <a:pPr marL="285750" indent="-285750">
              <a:buFont typeface="Arial" panose="020B0604020202020204" pitchFamily="34" charset="0"/>
              <a:buChar char="•"/>
            </a:pPr>
            <a:r>
              <a:rPr lang="en-US" sz="1500" dirty="0"/>
              <a:t>Average 4th down attempts by </a:t>
            </a:r>
            <a:r>
              <a:rPr lang="en-US" sz="1500" u="sng" dirty="0"/>
              <a:t>away</a:t>
            </a:r>
            <a:r>
              <a:rPr lang="en-US" sz="1500" dirty="0"/>
              <a:t> team per game: 1.132</a:t>
            </a:r>
          </a:p>
        </p:txBody>
      </p:sp>
      <p:sp>
        <p:nvSpPr>
          <p:cNvPr id="7" name="TextBox 6">
            <a:extLst>
              <a:ext uri="{FF2B5EF4-FFF2-40B4-BE49-F238E27FC236}">
                <a16:creationId xmlns:a16="http://schemas.microsoft.com/office/drawing/2014/main" id="{D8DA4DDB-1F15-A7E6-0B99-A522101EC589}"/>
              </a:ext>
            </a:extLst>
          </p:cNvPr>
          <p:cNvSpPr txBox="1"/>
          <p:nvPr/>
        </p:nvSpPr>
        <p:spPr>
          <a:xfrm>
            <a:off x="6626829" y="2670668"/>
            <a:ext cx="4408191" cy="1246495"/>
          </a:xfrm>
          <a:prstGeom prst="rect">
            <a:avLst/>
          </a:prstGeom>
          <a:noFill/>
        </p:spPr>
        <p:txBody>
          <a:bodyPr wrap="square" rtlCol="0">
            <a:spAutoFit/>
          </a:bodyPr>
          <a:lstStyle/>
          <a:p>
            <a:pPr marL="285750" indent="-285750">
              <a:buFont typeface="Arial" panose="020B0604020202020204" pitchFamily="34" charset="0"/>
              <a:buChar char="•"/>
            </a:pPr>
            <a:r>
              <a:rPr lang="en-US" sz="1500" dirty="0">
                <a:highlight>
                  <a:srgbClr val="C0C0C0"/>
                </a:highlight>
              </a:rPr>
              <a:t>2025</a:t>
            </a:r>
            <a:r>
              <a:rPr lang="en-US" sz="1500" dirty="0"/>
              <a:t> Season Average 4th down attempts by </a:t>
            </a:r>
            <a:r>
              <a:rPr lang="en-US" sz="1500" u="sng" dirty="0"/>
              <a:t>home</a:t>
            </a:r>
            <a:r>
              <a:rPr lang="en-US" sz="1500" dirty="0"/>
              <a:t> team per game: 1.674</a:t>
            </a:r>
          </a:p>
          <a:p>
            <a:endParaRPr lang="en-US" sz="1500" dirty="0"/>
          </a:p>
          <a:p>
            <a:pPr marL="285750" indent="-285750">
              <a:buFont typeface="Arial" panose="020B0604020202020204" pitchFamily="34" charset="0"/>
              <a:buChar char="•"/>
            </a:pPr>
            <a:r>
              <a:rPr lang="en-US" sz="1500" dirty="0">
                <a:highlight>
                  <a:srgbClr val="C0C0C0"/>
                </a:highlight>
              </a:rPr>
              <a:t>2025</a:t>
            </a:r>
            <a:r>
              <a:rPr lang="en-US" sz="1500" dirty="0"/>
              <a:t> Season Average 4th down attempts by </a:t>
            </a:r>
            <a:r>
              <a:rPr lang="en-US" sz="1500" u="sng" dirty="0"/>
              <a:t>away</a:t>
            </a:r>
            <a:r>
              <a:rPr lang="en-US" sz="1500" dirty="0"/>
              <a:t> team per game: 1.607</a:t>
            </a:r>
          </a:p>
        </p:txBody>
      </p:sp>
      <p:sp>
        <p:nvSpPr>
          <p:cNvPr id="10" name="Arrow: Up 9">
            <a:extLst>
              <a:ext uri="{FF2B5EF4-FFF2-40B4-BE49-F238E27FC236}">
                <a16:creationId xmlns:a16="http://schemas.microsoft.com/office/drawing/2014/main" id="{08749EC6-E68D-7CEA-4A44-19ABE210EC15}"/>
              </a:ext>
            </a:extLst>
          </p:cNvPr>
          <p:cNvSpPr/>
          <p:nvPr/>
        </p:nvSpPr>
        <p:spPr>
          <a:xfrm>
            <a:off x="11035020" y="2753590"/>
            <a:ext cx="93644" cy="374072"/>
          </a:xfrm>
          <a:prstGeom prst="upArrow">
            <a:avLst/>
          </a:prstGeom>
          <a:solidFill>
            <a:schemeClr val="accent3">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Up 10">
            <a:extLst>
              <a:ext uri="{FF2B5EF4-FFF2-40B4-BE49-F238E27FC236}">
                <a16:creationId xmlns:a16="http://schemas.microsoft.com/office/drawing/2014/main" id="{C79EBB81-D064-6F33-1C57-34CDD5A83584}"/>
              </a:ext>
            </a:extLst>
          </p:cNvPr>
          <p:cNvSpPr/>
          <p:nvPr/>
        </p:nvSpPr>
        <p:spPr>
          <a:xfrm>
            <a:off x="11041947" y="3383975"/>
            <a:ext cx="93644" cy="374072"/>
          </a:xfrm>
          <a:prstGeom prst="upArrow">
            <a:avLst/>
          </a:prstGeom>
          <a:solidFill>
            <a:schemeClr val="accent3">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A533401-8434-7656-C74C-C3506840A3F6}"/>
              </a:ext>
            </a:extLst>
          </p:cNvPr>
          <p:cNvSpPr/>
          <p:nvPr/>
        </p:nvSpPr>
        <p:spPr>
          <a:xfrm>
            <a:off x="6199910" y="2670668"/>
            <a:ext cx="76200" cy="1246495"/>
          </a:xfrm>
          <a:prstGeom prst="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F69B7730-2FF4-62D5-CFE5-7F262BC9D9E7}"/>
              </a:ext>
            </a:extLst>
          </p:cNvPr>
          <p:cNvSpPr txBox="1"/>
          <p:nvPr/>
        </p:nvSpPr>
        <p:spPr>
          <a:xfrm>
            <a:off x="870391" y="4444051"/>
            <a:ext cx="5465618" cy="784830"/>
          </a:xfrm>
          <a:prstGeom prst="rect">
            <a:avLst/>
          </a:prstGeom>
          <a:noFill/>
        </p:spPr>
        <p:txBody>
          <a:bodyPr wrap="square" rtlCol="0">
            <a:spAutoFit/>
          </a:bodyPr>
          <a:lstStyle/>
          <a:p>
            <a:pPr marL="285750" indent="-285750">
              <a:buFont typeface="Arial" panose="020B0604020202020204" pitchFamily="34" charset="0"/>
              <a:buChar char="•"/>
            </a:pPr>
            <a:r>
              <a:rPr lang="en-US" sz="1500" u="sng" dirty="0"/>
              <a:t>Home</a:t>
            </a:r>
            <a:r>
              <a:rPr lang="en-US" sz="1500" dirty="0"/>
              <a:t> average 4th down completion %: 51.406</a:t>
            </a:r>
          </a:p>
          <a:p>
            <a:pPr marL="285750" indent="-285750">
              <a:buFont typeface="Arial" panose="020B0604020202020204" pitchFamily="34" charset="0"/>
              <a:buChar char="•"/>
            </a:pPr>
            <a:endParaRPr lang="en-US" sz="1500" dirty="0"/>
          </a:p>
          <a:p>
            <a:pPr marL="285750" indent="-285750">
              <a:buFont typeface="Arial" panose="020B0604020202020204" pitchFamily="34" charset="0"/>
              <a:buChar char="•"/>
            </a:pPr>
            <a:r>
              <a:rPr lang="en-US" sz="1500" u="sng" dirty="0"/>
              <a:t>Away</a:t>
            </a:r>
            <a:r>
              <a:rPr lang="en-US" sz="1500" dirty="0"/>
              <a:t> average 4th down completion %: 50.109</a:t>
            </a:r>
          </a:p>
        </p:txBody>
      </p:sp>
      <p:sp>
        <p:nvSpPr>
          <p:cNvPr id="14" name="TextBox 13">
            <a:extLst>
              <a:ext uri="{FF2B5EF4-FFF2-40B4-BE49-F238E27FC236}">
                <a16:creationId xmlns:a16="http://schemas.microsoft.com/office/drawing/2014/main" id="{999B04CF-5182-043F-9897-2B63AB140624}"/>
              </a:ext>
            </a:extLst>
          </p:cNvPr>
          <p:cNvSpPr txBox="1"/>
          <p:nvPr/>
        </p:nvSpPr>
        <p:spPr>
          <a:xfrm>
            <a:off x="6633756" y="4444050"/>
            <a:ext cx="4408191" cy="1246495"/>
          </a:xfrm>
          <a:prstGeom prst="rect">
            <a:avLst/>
          </a:prstGeom>
          <a:noFill/>
        </p:spPr>
        <p:txBody>
          <a:bodyPr wrap="square" rtlCol="0">
            <a:spAutoFit/>
          </a:bodyPr>
          <a:lstStyle/>
          <a:p>
            <a:pPr marL="285750" indent="-285750">
              <a:buFont typeface="Arial" panose="020B0604020202020204" pitchFamily="34" charset="0"/>
              <a:buChar char="•"/>
            </a:pPr>
            <a:r>
              <a:rPr lang="en-US" sz="1500" u="sng" dirty="0"/>
              <a:t>Home</a:t>
            </a:r>
            <a:r>
              <a:rPr lang="en-US" sz="1500" dirty="0"/>
              <a:t> 2025 season average 4th down completion %: 54.927</a:t>
            </a:r>
          </a:p>
          <a:p>
            <a:endParaRPr lang="en-US" sz="1500" dirty="0"/>
          </a:p>
          <a:p>
            <a:pPr marL="285750" indent="-285750">
              <a:buFont typeface="Arial" panose="020B0604020202020204" pitchFamily="34" charset="0"/>
              <a:buChar char="•"/>
            </a:pPr>
            <a:r>
              <a:rPr lang="en-US" sz="1500" u="sng" dirty="0"/>
              <a:t>Away</a:t>
            </a:r>
            <a:r>
              <a:rPr lang="en-US" sz="1500" dirty="0"/>
              <a:t> 2025 season average 4th down completion %: 55.022</a:t>
            </a:r>
          </a:p>
        </p:txBody>
      </p:sp>
      <p:sp>
        <p:nvSpPr>
          <p:cNvPr id="15" name="Arrow: Up 14">
            <a:extLst>
              <a:ext uri="{FF2B5EF4-FFF2-40B4-BE49-F238E27FC236}">
                <a16:creationId xmlns:a16="http://schemas.microsoft.com/office/drawing/2014/main" id="{871C55AF-609B-80B7-5D98-4AAE8BC25EB9}"/>
              </a:ext>
            </a:extLst>
          </p:cNvPr>
          <p:cNvSpPr/>
          <p:nvPr/>
        </p:nvSpPr>
        <p:spPr>
          <a:xfrm>
            <a:off x="10904945" y="4444050"/>
            <a:ext cx="93644" cy="374072"/>
          </a:xfrm>
          <a:prstGeom prst="upArrow">
            <a:avLst/>
          </a:prstGeom>
          <a:solidFill>
            <a:schemeClr val="accent3">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Up 15">
            <a:extLst>
              <a:ext uri="{FF2B5EF4-FFF2-40B4-BE49-F238E27FC236}">
                <a16:creationId xmlns:a16="http://schemas.microsoft.com/office/drawing/2014/main" id="{7B4B9E5F-A410-89C3-9E5E-1A1E8694D8C2}"/>
              </a:ext>
            </a:extLst>
          </p:cNvPr>
          <p:cNvSpPr/>
          <p:nvPr/>
        </p:nvSpPr>
        <p:spPr>
          <a:xfrm>
            <a:off x="10908408" y="5157973"/>
            <a:ext cx="93644" cy="374072"/>
          </a:xfrm>
          <a:prstGeom prst="upArrow">
            <a:avLst/>
          </a:prstGeom>
          <a:solidFill>
            <a:schemeClr val="accent3">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0B8488E-5947-BF6C-EA4A-1FA47A8597BD}"/>
              </a:ext>
            </a:extLst>
          </p:cNvPr>
          <p:cNvSpPr/>
          <p:nvPr/>
        </p:nvSpPr>
        <p:spPr>
          <a:xfrm>
            <a:off x="6206837" y="4444050"/>
            <a:ext cx="76200" cy="1246495"/>
          </a:xfrm>
          <a:prstGeom prst="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2C94FDBD-5281-BCC8-4CBA-5766DE7623C0}"/>
              </a:ext>
            </a:extLst>
          </p:cNvPr>
          <p:cNvSpPr txBox="1"/>
          <p:nvPr/>
        </p:nvSpPr>
        <p:spPr>
          <a:xfrm>
            <a:off x="1409700" y="5824833"/>
            <a:ext cx="9310254" cy="646331"/>
          </a:xfrm>
          <a:prstGeom prst="rect">
            <a:avLst/>
          </a:prstGeom>
          <a:noFill/>
        </p:spPr>
        <p:txBody>
          <a:bodyPr wrap="square" rtlCol="0">
            <a:spAutoFit/>
          </a:bodyPr>
          <a:lstStyle/>
          <a:p>
            <a:r>
              <a:rPr lang="en-US" dirty="0"/>
              <a:t>Both home and away teams attempted more 4</a:t>
            </a:r>
            <a:r>
              <a:rPr lang="en-US" baseline="30000" dirty="0"/>
              <a:t>th</a:t>
            </a:r>
            <a:r>
              <a:rPr lang="en-US" dirty="0"/>
              <a:t> downs per game in 2025 on average and completed them more efficiently than historical trends.</a:t>
            </a:r>
          </a:p>
        </p:txBody>
      </p:sp>
      <p:sp>
        <p:nvSpPr>
          <p:cNvPr id="19" name="Arrow: Right 18">
            <a:extLst>
              <a:ext uri="{FF2B5EF4-FFF2-40B4-BE49-F238E27FC236}">
                <a16:creationId xmlns:a16="http://schemas.microsoft.com/office/drawing/2014/main" id="{104F5E75-0201-3F10-A9D4-2B5BEC4EA1D6}"/>
              </a:ext>
            </a:extLst>
          </p:cNvPr>
          <p:cNvSpPr/>
          <p:nvPr/>
        </p:nvSpPr>
        <p:spPr>
          <a:xfrm>
            <a:off x="734291" y="5902036"/>
            <a:ext cx="675409" cy="187037"/>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3867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6E2E6-2566-0875-1472-86E89B163B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076E7A-0DF5-F8EF-0E55-2157011CAA18}"/>
              </a:ext>
            </a:extLst>
          </p:cNvPr>
          <p:cNvSpPr>
            <a:spLocks noGrp="1"/>
          </p:cNvSpPr>
          <p:nvPr>
            <p:ph type="title"/>
          </p:nvPr>
        </p:nvSpPr>
        <p:spPr>
          <a:xfrm>
            <a:off x="569947" y="578737"/>
            <a:ext cx="10465073" cy="786415"/>
          </a:xfrm>
        </p:spPr>
        <p:txBody>
          <a:bodyPr/>
          <a:lstStyle/>
          <a:p>
            <a:r>
              <a:rPr lang="en-US" dirty="0"/>
              <a:t>Results</a:t>
            </a:r>
          </a:p>
        </p:txBody>
      </p:sp>
      <p:sp>
        <p:nvSpPr>
          <p:cNvPr id="3" name="Text Placeholder 2">
            <a:extLst>
              <a:ext uri="{FF2B5EF4-FFF2-40B4-BE49-F238E27FC236}">
                <a16:creationId xmlns:a16="http://schemas.microsoft.com/office/drawing/2014/main" id="{2A175BD0-9965-B31A-60FC-486AC6AFB94D}"/>
              </a:ext>
            </a:extLst>
          </p:cNvPr>
          <p:cNvSpPr>
            <a:spLocks noGrp="1"/>
          </p:cNvSpPr>
          <p:nvPr>
            <p:ph type="body" sz="quarter" idx="13"/>
          </p:nvPr>
        </p:nvSpPr>
        <p:spPr>
          <a:xfrm>
            <a:off x="946591" y="1296078"/>
            <a:ext cx="10465072" cy="1132610"/>
          </a:xfrm>
        </p:spPr>
        <p:txBody>
          <a:bodyPr>
            <a:normAutofit fontScale="92500" lnSpcReduction="10000"/>
          </a:bodyPr>
          <a:lstStyle/>
          <a:p>
            <a:pPr marL="0" indent="0">
              <a:buNone/>
            </a:pPr>
            <a:r>
              <a:rPr lang="en-US" dirty="0"/>
              <a:t>Using the attempts per drive as my reference statistic, I found which teams had the highest averages over the past 24 seasons. I found that the Jaguars, Browns, Lions, Bears, and Giants have historically been the top 5 teams in the league when it comes to 4th down aggression.  To see how teams compare historically, I created a function that takes a list of teams, and graphs this statistic over time, compared to the league average. </a:t>
            </a:r>
          </a:p>
        </p:txBody>
      </p:sp>
      <p:pic>
        <p:nvPicPr>
          <p:cNvPr id="5" name="Picture 4">
            <a:extLst>
              <a:ext uri="{FF2B5EF4-FFF2-40B4-BE49-F238E27FC236}">
                <a16:creationId xmlns:a16="http://schemas.microsoft.com/office/drawing/2014/main" id="{4C43439E-2591-9B06-C27D-9B772694E704}"/>
              </a:ext>
            </a:extLst>
          </p:cNvPr>
          <p:cNvPicPr>
            <a:picLocks noChangeAspect="1"/>
          </p:cNvPicPr>
          <p:nvPr/>
        </p:nvPicPr>
        <p:blipFill>
          <a:blip r:embed="rId3"/>
          <a:stretch>
            <a:fillRect/>
          </a:stretch>
        </p:blipFill>
        <p:spPr>
          <a:xfrm>
            <a:off x="491835" y="2615761"/>
            <a:ext cx="6108064" cy="3469950"/>
          </a:xfrm>
          <a:prstGeom prst="rect">
            <a:avLst/>
          </a:prstGeom>
        </p:spPr>
      </p:pic>
      <p:pic>
        <p:nvPicPr>
          <p:cNvPr id="13" name="Picture 12">
            <a:extLst>
              <a:ext uri="{FF2B5EF4-FFF2-40B4-BE49-F238E27FC236}">
                <a16:creationId xmlns:a16="http://schemas.microsoft.com/office/drawing/2014/main" id="{A2FD90F3-B3F1-959A-6530-C5CE2F94B11D}"/>
              </a:ext>
            </a:extLst>
          </p:cNvPr>
          <p:cNvPicPr>
            <a:picLocks noChangeAspect="1"/>
          </p:cNvPicPr>
          <p:nvPr/>
        </p:nvPicPr>
        <p:blipFill>
          <a:blip r:embed="rId4"/>
          <a:stretch>
            <a:fillRect/>
          </a:stretch>
        </p:blipFill>
        <p:spPr>
          <a:xfrm>
            <a:off x="6500402" y="2826327"/>
            <a:ext cx="5201927" cy="3091271"/>
          </a:xfrm>
          <a:prstGeom prst="rect">
            <a:avLst/>
          </a:prstGeom>
        </p:spPr>
      </p:pic>
      <p:sp>
        <p:nvSpPr>
          <p:cNvPr id="14" name="TextBox 13">
            <a:extLst>
              <a:ext uri="{FF2B5EF4-FFF2-40B4-BE49-F238E27FC236}">
                <a16:creationId xmlns:a16="http://schemas.microsoft.com/office/drawing/2014/main" id="{7D6FAEA2-54DB-4DDB-8E06-92ADF4DB0EC1}"/>
              </a:ext>
            </a:extLst>
          </p:cNvPr>
          <p:cNvSpPr txBox="1"/>
          <p:nvPr/>
        </p:nvSpPr>
        <p:spPr>
          <a:xfrm>
            <a:off x="6972300" y="5947211"/>
            <a:ext cx="4626399" cy="276999"/>
          </a:xfrm>
          <a:prstGeom prst="rect">
            <a:avLst/>
          </a:prstGeom>
          <a:noFill/>
        </p:spPr>
        <p:txBody>
          <a:bodyPr wrap="square" rtlCol="0">
            <a:spAutoFit/>
          </a:bodyPr>
          <a:lstStyle/>
          <a:p>
            <a:r>
              <a:rPr lang="en-US" sz="1200" dirty="0"/>
              <a:t>Total attempts made by each team in 2025</a:t>
            </a:r>
          </a:p>
        </p:txBody>
      </p:sp>
    </p:spTree>
    <p:extLst>
      <p:ext uri="{BB962C8B-B14F-4D97-AF65-F5344CB8AC3E}">
        <p14:creationId xmlns:p14="http://schemas.microsoft.com/office/powerpoint/2010/main" val="1245981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D21AD-03AB-066C-027D-CED3AD6902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408F64-F043-B639-264C-021FA46C8C33}"/>
              </a:ext>
            </a:extLst>
          </p:cNvPr>
          <p:cNvSpPr>
            <a:spLocks noGrp="1"/>
          </p:cNvSpPr>
          <p:nvPr>
            <p:ph type="title"/>
          </p:nvPr>
        </p:nvSpPr>
        <p:spPr>
          <a:xfrm>
            <a:off x="569947" y="578737"/>
            <a:ext cx="10465073" cy="786415"/>
          </a:xfrm>
        </p:spPr>
        <p:txBody>
          <a:bodyPr/>
          <a:lstStyle/>
          <a:p>
            <a:r>
              <a:rPr lang="en-US" dirty="0"/>
              <a:t>Conclusion</a:t>
            </a:r>
          </a:p>
        </p:txBody>
      </p:sp>
      <p:sp>
        <p:nvSpPr>
          <p:cNvPr id="9" name="TextBox 8">
            <a:extLst>
              <a:ext uri="{FF2B5EF4-FFF2-40B4-BE49-F238E27FC236}">
                <a16:creationId xmlns:a16="http://schemas.microsoft.com/office/drawing/2014/main" id="{4E4F2127-7C64-22C0-1E25-C55D03ACC32F}"/>
              </a:ext>
            </a:extLst>
          </p:cNvPr>
          <p:cNvSpPr txBox="1"/>
          <p:nvPr/>
        </p:nvSpPr>
        <p:spPr>
          <a:xfrm>
            <a:off x="831273" y="1454727"/>
            <a:ext cx="10359736" cy="4801314"/>
          </a:xfrm>
          <a:prstGeom prst="rect">
            <a:avLst/>
          </a:prstGeom>
          <a:noFill/>
        </p:spPr>
        <p:txBody>
          <a:bodyPr wrap="square" rtlCol="0">
            <a:spAutoFit/>
          </a:bodyPr>
          <a:lstStyle/>
          <a:p>
            <a:r>
              <a:rPr lang="en-US" sz="1700" dirty="0"/>
              <a:t>I learned that that NFL teams have become more aggressive and efficient at attempting the 4th down. However, this conclusion comes with some missing information.  </a:t>
            </a:r>
          </a:p>
          <a:p>
            <a:endParaRPr lang="en-US" sz="1700" dirty="0"/>
          </a:p>
          <a:p>
            <a:pPr marL="285750" indent="-285750">
              <a:buFont typeface="Arial" panose="020B0604020202020204" pitchFamily="34" charset="0"/>
              <a:buChar char="•"/>
            </a:pPr>
            <a:r>
              <a:rPr lang="en-US" sz="1700" dirty="0"/>
              <a:t>The total number of 4th down attempts each season is consistently increasing. Additionally, the rate of 4th down attempts per game and the rate of 4th down attempts per drive are both increasing too by small amounts each season</a:t>
            </a:r>
          </a:p>
          <a:p>
            <a:endParaRPr lang="en-US" sz="1700" dirty="0"/>
          </a:p>
          <a:p>
            <a:pPr marL="285750" indent="-285750">
              <a:buFont typeface="Arial" panose="020B0604020202020204" pitchFamily="34" charset="0"/>
              <a:buChar char="•"/>
            </a:pPr>
            <a:r>
              <a:rPr lang="en-US" sz="1700" dirty="0"/>
              <a:t>Home and away teams historically have attempted the 4</a:t>
            </a:r>
            <a:r>
              <a:rPr lang="en-US" sz="1700" baseline="30000" dirty="0"/>
              <a:t>th</a:t>
            </a:r>
            <a:r>
              <a:rPr lang="en-US" sz="1700" dirty="0"/>
              <a:t> down at similar rates, but the rates for both teams showed an increase this past season</a:t>
            </a:r>
          </a:p>
          <a:p>
            <a:pPr marL="285750" indent="-285750">
              <a:buFont typeface="Arial" panose="020B0604020202020204" pitchFamily="34" charset="0"/>
              <a:buChar char="•"/>
            </a:pPr>
            <a:endParaRPr lang="en-US" sz="1700" dirty="0"/>
          </a:p>
          <a:p>
            <a:pPr marL="285750" indent="-285750">
              <a:buFont typeface="Arial" panose="020B0604020202020204" pitchFamily="34" charset="0"/>
              <a:buChar char="•"/>
            </a:pPr>
            <a:r>
              <a:rPr lang="en-US" sz="1700" dirty="0"/>
              <a:t>Knowing that 4th down attempts are trending upwards, organizations can anticipate these plays before they even happen and prepare accordingly</a:t>
            </a:r>
          </a:p>
          <a:p>
            <a:pPr marL="285750" indent="-285750">
              <a:buFont typeface="Arial" panose="020B0604020202020204" pitchFamily="34" charset="0"/>
              <a:buChar char="•"/>
            </a:pPr>
            <a:endParaRPr lang="en-US" sz="1700" dirty="0"/>
          </a:p>
          <a:p>
            <a:endParaRPr lang="en-US" sz="1700" dirty="0"/>
          </a:p>
          <a:p>
            <a:r>
              <a:rPr lang="en-US" sz="1700" dirty="0"/>
              <a:t>In the future, I would like to take a more probability-based approach to determine if teams are becoming increasingly likely to attempt the 4th down.  </a:t>
            </a:r>
          </a:p>
          <a:p>
            <a:pPr marL="285750" indent="-285750">
              <a:buFont typeface="Arial" panose="020B0604020202020204" pitchFamily="34" charset="0"/>
              <a:buChar char="•"/>
            </a:pPr>
            <a:r>
              <a:rPr lang="en-US" sz="1700" dirty="0"/>
              <a:t>Accounting for stronger offensive teams, “4th down decisions”, and high-risk scenarios</a:t>
            </a:r>
          </a:p>
          <a:p>
            <a:pPr marL="285750" indent="-285750">
              <a:buFont typeface="Arial" panose="020B0604020202020204" pitchFamily="34" charset="0"/>
              <a:buChar char="•"/>
            </a:pPr>
            <a:r>
              <a:rPr lang="en-US" sz="1700" dirty="0"/>
              <a:t>Using stronger statistical models</a:t>
            </a:r>
          </a:p>
        </p:txBody>
      </p:sp>
    </p:spTree>
    <p:extLst>
      <p:ext uri="{BB962C8B-B14F-4D97-AF65-F5344CB8AC3E}">
        <p14:creationId xmlns:p14="http://schemas.microsoft.com/office/powerpoint/2010/main" val="706026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0A61-DA6E-A3D5-6964-1A7F2D0DFF32}"/>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22EAFA00-4943-4C8B-33ED-5E1FF7184CF5}"/>
              </a:ext>
            </a:extLst>
          </p:cNvPr>
          <p:cNvSpPr>
            <a:spLocks noGrp="1"/>
          </p:cNvSpPr>
          <p:nvPr>
            <p:ph sz="quarter" idx="13"/>
          </p:nvPr>
        </p:nvSpPr>
        <p:spPr>
          <a:xfrm>
            <a:off x="363264" y="2396206"/>
            <a:ext cx="11617453" cy="3689909"/>
          </a:xfrm>
        </p:spPr>
        <p:txBody>
          <a:bodyPr>
            <a:normAutofit/>
          </a:bodyPr>
          <a:lstStyle/>
          <a:p>
            <a:pPr marL="0" indent="0">
              <a:buNone/>
            </a:pPr>
            <a:r>
              <a:rPr lang="en-US" sz="1400" dirty="0"/>
              <a:t>“Horizontal Bar Chart.” Horizontal Bar Chart - Matplotlib 3.10.8 Documentation, 2002–2012 John Hunter, Darren Dale, Eric Firing, 	Michael </a:t>
            </a:r>
            <a:r>
              <a:rPr lang="en-US" sz="1400" dirty="0" err="1"/>
              <a:t>Droettboom</a:t>
            </a:r>
            <a:r>
              <a:rPr lang="en-US" sz="1400" dirty="0"/>
              <a:t>     and the Matplotlib development team; 2012–2025 The Matplotlib development team., 	matplotlib.org/stable/gallery/</a:t>
            </a:r>
            <a:r>
              <a:rPr lang="en-US" sz="1400" dirty="0" err="1"/>
              <a:t>lines_bars_and_markers</a:t>
            </a:r>
            <a:r>
              <a:rPr lang="en-US" sz="1400" dirty="0"/>
              <a:t>/barh.html. Accessed 20 Apr. 2026.</a:t>
            </a:r>
          </a:p>
          <a:p>
            <a:pPr marL="0" indent="0">
              <a:buNone/>
            </a:pPr>
            <a:r>
              <a:rPr lang="en-US" sz="1400" dirty="0"/>
              <a:t>“</a:t>
            </a:r>
            <a:r>
              <a:rPr lang="en-US" sz="1400" dirty="0" err="1"/>
              <a:t>Pandas.Dataframe.Reset_index</a:t>
            </a:r>
            <a:r>
              <a:rPr lang="en-US" sz="1400" dirty="0"/>
              <a:t>.” </a:t>
            </a:r>
            <a:r>
              <a:rPr lang="en-US" sz="1400" dirty="0" err="1"/>
              <a:t>Pandas.DataFrame.Reset_index</a:t>
            </a:r>
            <a:r>
              <a:rPr lang="en-US" sz="1400" dirty="0"/>
              <a:t> - Pandas 3.0.2 Documentation, pandas via NumFOCUS, Inc. 	Hosted by </a:t>
            </a:r>
            <a:r>
              <a:rPr lang="en-US" sz="1400" dirty="0" err="1"/>
              <a:t>OVHcloud</a:t>
            </a:r>
            <a:r>
              <a:rPr lang="en-US" sz="1400" dirty="0"/>
              <a:t>., 2026, pandas.pydata.org/docs/reference/</a:t>
            </a:r>
            <a:r>
              <a:rPr lang="en-US" sz="1400" dirty="0" err="1"/>
              <a:t>api</a:t>
            </a:r>
            <a:r>
              <a:rPr lang="en-US" sz="1400" dirty="0"/>
              <a:t>/pandas.DataFrame.reset_index.html. </a:t>
            </a:r>
          </a:p>
          <a:p>
            <a:pPr marL="0" indent="0">
              <a:buNone/>
            </a:pPr>
            <a:r>
              <a:rPr lang="en-US" sz="1400" dirty="0"/>
              <a:t>Waskom, Michael. “</a:t>
            </a:r>
            <a:r>
              <a:rPr lang="en-US" sz="1400" dirty="0" err="1"/>
              <a:t>Seaborn.Barplot</a:t>
            </a:r>
            <a:r>
              <a:rPr lang="en-US" sz="1400" dirty="0"/>
              <a:t>.” </a:t>
            </a:r>
            <a:r>
              <a:rPr lang="en-US" sz="1400" dirty="0" err="1"/>
              <a:t>Seaborn.Barplot</a:t>
            </a:r>
            <a:r>
              <a:rPr lang="en-US" sz="1400" dirty="0"/>
              <a:t> - Seaborn 0.13.2 Documentation, 2024, 	seaborn.pydata.org/generated/seaborn.barplot.html. </a:t>
            </a:r>
          </a:p>
        </p:txBody>
      </p:sp>
    </p:spTree>
    <p:extLst>
      <p:ext uri="{BB962C8B-B14F-4D97-AF65-F5344CB8AC3E}">
        <p14:creationId xmlns:p14="http://schemas.microsoft.com/office/powerpoint/2010/main" val="2515263251"/>
      </p:ext>
    </p:extLst>
  </p:cSld>
  <p:clrMapOvr>
    <a:masterClrMapping/>
  </p:clrMapOvr>
</p:sld>
</file>

<file path=ppt/theme/theme1.xml><?xml version="1.0" encoding="utf-8"?>
<a:theme xmlns:a="http://schemas.openxmlformats.org/drawingml/2006/main" name="Gradient Circle">
  <a:themeElements>
    <a:clrScheme name="Custom 2">
      <a:dk1>
        <a:sysClr val="windowText" lastClr="000000"/>
      </a:dk1>
      <a:lt1>
        <a:sysClr val="window" lastClr="FFFFFF"/>
      </a:lt1>
      <a:dk2>
        <a:srgbClr val="2C3932"/>
      </a:dk2>
      <a:lt2>
        <a:srgbClr val="FDF6EA"/>
      </a:lt2>
      <a:accent1>
        <a:srgbClr val="F0D4DB"/>
      </a:accent1>
      <a:accent2>
        <a:srgbClr val="DBE7F5"/>
      </a:accent2>
      <a:accent3>
        <a:srgbClr val="C9E2D6"/>
      </a:accent3>
      <a:accent4>
        <a:srgbClr val="BABAD6"/>
      </a:accent4>
      <a:accent5>
        <a:srgbClr val="F0D2BF"/>
      </a:accent5>
      <a:accent6>
        <a:srgbClr val="F3E49A"/>
      </a:accent6>
      <a:hlink>
        <a:srgbClr val="7030A0"/>
      </a:hlink>
      <a:folHlink>
        <a:srgbClr val="107573"/>
      </a:folHlink>
    </a:clrScheme>
    <a:fontScheme name="Custom 10">
      <a:majorFont>
        <a:latin typeface="Lora"/>
        <a:ea typeface=""/>
        <a:cs typeface=""/>
      </a:majorFont>
      <a:minorFont>
        <a:latin typeface="Poppi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 Circle_Keynote Presentation_win32_LW_V6" id="{670309C8-2C38-4CFF-82BA-AF197439C521}" vid="{43F42362-DC95-4CBA-A0A2-5C03B532E6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83A9C388-2C06-4AF2-857C-74055069A2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76F8FCD-0A1F-4F6A-8F55-15E9E87E2E4C}">
  <ds:schemaRefs>
    <ds:schemaRef ds:uri="http://schemas.microsoft.com/sharepoint/v3/contenttype/forms"/>
  </ds:schemaRefs>
</ds:datastoreItem>
</file>

<file path=customXml/itemProps3.xml><?xml version="1.0" encoding="utf-8"?>
<ds:datastoreItem xmlns:ds="http://schemas.openxmlformats.org/officeDocument/2006/customXml" ds:itemID="{EF782DA7-86C0-4A84-A860-11A1E6E3FB6B}">
  <ds:schemaRefs>
    <ds:schemaRef ds:uri="http://www.w3.org/XML/1998/namespace"/>
    <ds:schemaRef ds:uri="http://schemas.microsoft.com/office/2006/documentManagement/types"/>
    <ds:schemaRef ds:uri="http://purl.org/dc/elements/1.1/"/>
    <ds:schemaRef ds:uri="http://purl.org/dc/terms/"/>
    <ds:schemaRef ds:uri="http://purl.org/dc/dcmitype/"/>
    <ds:schemaRef ds:uri="http://schemas.microsoft.com/office/infopath/2007/PartnerControls"/>
    <ds:schemaRef ds:uri="71af3243-3dd4-4a8d-8c0d-dd76da1f02a5"/>
    <ds:schemaRef ds:uri="http://schemas.microsoft.com/sharepoint/v3"/>
    <ds:schemaRef ds:uri="http://schemas.microsoft.com/office/2006/metadata/properties"/>
    <ds:schemaRef ds:uri="http://schemas.openxmlformats.org/package/2006/metadata/core-properties"/>
    <ds:schemaRef ds:uri="230e9df3-be65-4c73-a93b-d1236ebd677e"/>
    <ds:schemaRef ds:uri="16c05727-aa75-4e4a-9b5f-8a80a1165891"/>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105</TotalTime>
  <Words>872</Words>
  <Application>Microsoft Office PowerPoint</Application>
  <PresentationFormat>Widescreen</PresentationFormat>
  <Paragraphs>66</Paragraphs>
  <Slides>8</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Aptos</vt:lpstr>
      <vt:lpstr>Arial</vt:lpstr>
      <vt:lpstr>Courier New</vt:lpstr>
      <vt:lpstr>Lora</vt:lpstr>
      <vt:lpstr>Playfair Display Black</vt:lpstr>
      <vt:lpstr>Poppins Light</vt:lpstr>
      <vt:lpstr>Gradient Circle</vt:lpstr>
      <vt:lpstr>Investigating the NFL 4th Down</vt:lpstr>
      <vt:lpstr>Context</vt:lpstr>
      <vt:lpstr>questions</vt:lpstr>
      <vt:lpstr>Results</vt:lpstr>
      <vt:lpstr>Results</vt:lpstr>
      <vt:lpstr>Results</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Julia Griese</dc:creator>
  <cp:lastModifiedBy>Julia Griese</cp:lastModifiedBy>
  <cp:revision>2</cp:revision>
  <dcterms:created xsi:type="dcterms:W3CDTF">2026-04-21T00:56:42Z</dcterms:created>
  <dcterms:modified xsi:type="dcterms:W3CDTF">2026-04-21T02:47:34Z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